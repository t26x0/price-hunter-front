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ab6c96acc684916" /><Relationship Type="http://schemas.openxmlformats.org/officeDocument/2006/relationships/extended-properties" Target="/docProps/app.xml" Id="Re07ec81d28334f69" /><Relationship Type="http://schemas.openxmlformats.org/officeDocument/2006/relationships/officeDocument" Target="/ppt/presentation.xml" Id="R814d5acb20fd4b1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3922a11238642e6"/>
  </p:sldMasterIdLst>
  <p:notesMasterIdLst>
    <p:notesMasterId xmlns:r="http://schemas.openxmlformats.org/officeDocument/2006/relationships" r:id="Recdc3b3221b44996"/>
  </p:notesMasterIdLst>
  <p:sldIdLst>
    <p:sldId xmlns:r="http://schemas.openxmlformats.org/officeDocument/2006/relationships" id="256" r:id="Rcc20e8a1cec94142"/>
    <p:sldId xmlns:r="http://schemas.openxmlformats.org/officeDocument/2006/relationships" id="257" r:id="R05d4bda939e1472a"/>
    <p:sldId xmlns:r="http://schemas.openxmlformats.org/officeDocument/2006/relationships" id="258" r:id="Radc210345129409e"/>
    <p:sldId xmlns:r="http://schemas.openxmlformats.org/officeDocument/2006/relationships" id="259" r:id="R02c5139f9cdc46e9"/>
    <p:sldId xmlns:r="http://schemas.openxmlformats.org/officeDocument/2006/relationships" id="260" r:id="R4ad849bc4fb54dfb"/>
    <p:sldId xmlns:r="http://schemas.openxmlformats.org/officeDocument/2006/relationships" id="261" r:id="R54d14317cae34b62"/>
    <p:sldId xmlns:r="http://schemas.openxmlformats.org/officeDocument/2006/relationships" id="262" r:id="Rec9aa8f509dc4297"/>
    <p:sldId xmlns:r="http://schemas.openxmlformats.org/officeDocument/2006/relationships" id="263" r:id="R43db77f5323d4d4e"/>
    <p:sldId xmlns:r="http://schemas.openxmlformats.org/officeDocument/2006/relationships" id="264" r:id="R216444a2fc2d4423"/>
    <p:sldId xmlns:r="http://schemas.openxmlformats.org/officeDocument/2006/relationships" id="265" r:id="R584a867c96924863"/>
    <p:sldId xmlns:r="http://schemas.openxmlformats.org/officeDocument/2006/relationships" id="266" r:id="Ra6a43cd024a84d84"/>
    <p:sldId xmlns:r="http://schemas.openxmlformats.org/officeDocument/2006/relationships" id="267" r:id="R8e5ff634e77c493f"/>
    <p:sldId xmlns:r="http://schemas.openxmlformats.org/officeDocument/2006/relationships" id="268" r:id="Rba2a8dbccd8c4d9c"/>
    <p:sldId xmlns:r="http://schemas.openxmlformats.org/officeDocument/2006/relationships" id="269" r:id="R89e72d0e25a041c3"/>
    <p:sldId xmlns:r="http://schemas.openxmlformats.org/officeDocument/2006/relationships" id="270" r:id="R8160f464c65b4284"/>
    <p:sldId xmlns:r="http://schemas.openxmlformats.org/officeDocument/2006/relationships" id="271" r:id="Rf579126235f94d88"/>
    <p:sldId xmlns:r="http://schemas.openxmlformats.org/officeDocument/2006/relationships" id="272" r:id="R64bf8b2e1e1a4efb"/>
    <p:sldId xmlns:r="http://schemas.openxmlformats.org/officeDocument/2006/relationships" id="273" r:id="Rebe8fb6a6e1244d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47917d8bc99464a" /><Relationship Type="http://schemas.openxmlformats.org/officeDocument/2006/relationships/slideMaster" Target="/ppt/slideMasters/slideMaster1.xml" Id="R93922a11238642e6" /><Relationship Type="http://schemas.openxmlformats.org/officeDocument/2006/relationships/notesMaster" Target="/ppt/notesMasters/notesMaster1.xml" Id="Recdc3b3221b44996" /><Relationship Type="http://schemas.openxmlformats.org/officeDocument/2006/relationships/presProps" Target="/ppt/presProps.xml" Id="Rda2f6ee9973e4a5d" /><Relationship Type="http://schemas.openxmlformats.org/officeDocument/2006/relationships/viewProps" Target="/ppt/viewProps.xml" Id="Rf603a28bce774d91" /><Relationship Type="http://schemas.openxmlformats.org/officeDocument/2006/relationships/tableStyles" Target="/ppt/tableStyles.xml" Id="R29cf60289b0041ce" /><Relationship Type="http://schemas.openxmlformats.org/officeDocument/2006/relationships/slide" Target="/ppt/slides/slide1.xml" Id="Rcc20e8a1cec94142" /><Relationship Type="http://schemas.openxmlformats.org/officeDocument/2006/relationships/slide" Target="/ppt/slides/slide2.xml" Id="R05d4bda939e1472a" /><Relationship Type="http://schemas.openxmlformats.org/officeDocument/2006/relationships/slide" Target="/ppt/slides/slide3.xml" Id="Radc210345129409e" /><Relationship Type="http://schemas.openxmlformats.org/officeDocument/2006/relationships/slide" Target="/ppt/slides/slide4.xml" Id="R02c5139f9cdc46e9" /><Relationship Type="http://schemas.openxmlformats.org/officeDocument/2006/relationships/slide" Target="/ppt/slides/slide5.xml" Id="R4ad849bc4fb54dfb" /><Relationship Type="http://schemas.openxmlformats.org/officeDocument/2006/relationships/slide" Target="/ppt/slides/slide6.xml" Id="R54d14317cae34b62" /><Relationship Type="http://schemas.openxmlformats.org/officeDocument/2006/relationships/slide" Target="/ppt/slides/slide7.xml" Id="Rec9aa8f509dc4297" /><Relationship Type="http://schemas.openxmlformats.org/officeDocument/2006/relationships/slide" Target="/ppt/slides/slide8.xml" Id="R43db77f5323d4d4e" /><Relationship Type="http://schemas.openxmlformats.org/officeDocument/2006/relationships/slide" Target="/ppt/slides/slide9.xml" Id="R216444a2fc2d4423" /><Relationship Type="http://schemas.openxmlformats.org/officeDocument/2006/relationships/slide" Target="/ppt/slides/slide10.xml" Id="R584a867c96924863" /><Relationship Type="http://schemas.openxmlformats.org/officeDocument/2006/relationships/slide" Target="/ppt/slides/slide11.xml" Id="Ra6a43cd024a84d84" /><Relationship Type="http://schemas.openxmlformats.org/officeDocument/2006/relationships/slide" Target="/ppt/slides/slide12.xml" Id="R8e5ff634e77c493f" /><Relationship Type="http://schemas.openxmlformats.org/officeDocument/2006/relationships/slide" Target="/ppt/slides/slide13.xml" Id="Rba2a8dbccd8c4d9c" /><Relationship Type="http://schemas.openxmlformats.org/officeDocument/2006/relationships/slide" Target="/ppt/slides/slide14.xml" Id="R89e72d0e25a041c3" /><Relationship Type="http://schemas.openxmlformats.org/officeDocument/2006/relationships/slide" Target="/ppt/slides/slide15.xml" Id="R8160f464c65b4284" /><Relationship Type="http://schemas.openxmlformats.org/officeDocument/2006/relationships/slide" Target="/ppt/slides/slide16.xml" Id="Rf579126235f94d88" /><Relationship Type="http://schemas.openxmlformats.org/officeDocument/2006/relationships/slide" Target="/ppt/slides/slide17.xml" Id="R64bf8b2e1e1a4efb" /><Relationship Type="http://schemas.openxmlformats.org/officeDocument/2006/relationships/slide" Target="/ppt/slides/slide18.xml" Id="Rebe8fb6a6e1244d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197e7813de344c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162480a3a3646d0" /><Relationship Type="http://schemas.openxmlformats.org/officeDocument/2006/relationships/notesMaster" Target="/ppt/notesMasters/notesMaster1.xml" Id="R29c5737745834e9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a9c3c09b847421a" /><Relationship Type="http://schemas.openxmlformats.org/officeDocument/2006/relationships/notesMaster" Target="/ppt/notesMasters/notesMaster1.xml" Id="R05f75acf6498427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4e2584dad29439b" /><Relationship Type="http://schemas.openxmlformats.org/officeDocument/2006/relationships/notesMaster" Target="/ppt/notesMasters/notesMaster1.xml" Id="R0eb98fb61cb54ed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0ebfade4dd348ba" /><Relationship Type="http://schemas.openxmlformats.org/officeDocument/2006/relationships/notesMaster" Target="/ppt/notesMasters/notesMaster1.xml" Id="Rc588c315704946a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1767fb2be7b4ca9" /><Relationship Type="http://schemas.openxmlformats.org/officeDocument/2006/relationships/notesMaster" Target="/ppt/notesMasters/notesMaster1.xml" Id="R9c21d65fefdf418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877b7add99d4620" /><Relationship Type="http://schemas.openxmlformats.org/officeDocument/2006/relationships/notesMaster" Target="/ppt/notesMasters/notesMaster1.xml" Id="Rf6a65005979f424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d54d94612534c80" /><Relationship Type="http://schemas.openxmlformats.org/officeDocument/2006/relationships/notesMaster" Target="/ppt/notesMasters/notesMaster1.xml" Id="R2352d94a712e490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0612bc65fe0418b" /><Relationship Type="http://schemas.openxmlformats.org/officeDocument/2006/relationships/notesMaster" Target="/ppt/notesMasters/notesMaster1.xml" Id="R3d76dc3a82354a1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3949d83a71940f8" /><Relationship Type="http://schemas.openxmlformats.org/officeDocument/2006/relationships/notesMaster" Target="/ppt/notesMasters/notesMaster1.xml" Id="R10de0db97c6246c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24dfd117dbc4caf" /><Relationship Type="http://schemas.openxmlformats.org/officeDocument/2006/relationships/notesMaster" Target="/ppt/notesMasters/notesMaster1.xml" Id="R915bc38ff00045b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cb2a0f0b9424be0" /><Relationship Type="http://schemas.openxmlformats.org/officeDocument/2006/relationships/notesMaster" Target="/ppt/notesMasters/notesMaster1.xml" Id="Rf7c22afa49b1421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d3855a0e22c4b3c" /><Relationship Type="http://schemas.openxmlformats.org/officeDocument/2006/relationships/notesMaster" Target="/ppt/notesMasters/notesMaster1.xml" Id="Raf7035d2c10a4b8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7c8464843c4441e" /><Relationship Type="http://schemas.openxmlformats.org/officeDocument/2006/relationships/notesMaster" Target="/ppt/notesMasters/notesMaster1.xml" Id="R5331075c682d4b4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ff3c11d3e294fff" /><Relationship Type="http://schemas.openxmlformats.org/officeDocument/2006/relationships/notesMaster" Target="/ppt/notesMasters/notesMaster1.xml" Id="R0e7b16eaf37e460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0f4550be5584819" /><Relationship Type="http://schemas.openxmlformats.org/officeDocument/2006/relationships/notesMaster" Target="/ppt/notesMasters/notesMaster1.xml" Id="R1d84ab3d2caa42c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1a62645042c465f" /><Relationship Type="http://schemas.openxmlformats.org/officeDocument/2006/relationships/notesMaster" Target="/ppt/notesMasters/notesMaster1.xml" Id="Rd450b187035d4ec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abd9aa6a0b94ff1" /><Relationship Type="http://schemas.openxmlformats.org/officeDocument/2006/relationships/notesMaster" Target="/ppt/notesMasters/notesMaster1.xml" Id="Rc0e0aa302e07404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8fae1c6c4f44bcf" /><Relationship Type="http://schemas.openxmlformats.org/officeDocument/2006/relationships/notesMaster" Target="/ppt/notesMasters/notesMaster1.xml" Id="R36e1af7499b1494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d8b08f94bc4bb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9028a91568c4eda" /><Relationship Type="http://schemas.openxmlformats.org/officeDocument/2006/relationships/slideLayout" Target="/ppt/slideLayouts/slideLayout1.xml" Id="R8133b5dfe9a14a2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133b5dfe9a14a2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48cf0eb40c4d08" /><Relationship Type="http://schemas.openxmlformats.org/officeDocument/2006/relationships/notesSlide" Target="/ppt/notesSlides/notesSlide1.xml" Id="R691d28bcb62345b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ffa976075548b6" /><Relationship Type="http://schemas.openxmlformats.org/officeDocument/2006/relationships/notesSlide" Target="/ppt/notesSlides/notesSlide2.xml" Id="Rdd3258e96a6047a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8b7be6a57b49f3" /><Relationship Type="http://schemas.openxmlformats.org/officeDocument/2006/relationships/notesSlide" Target="/ppt/notesSlides/notesSlide3.xml" Id="R7d9989a9bb1a4a1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026d303c4a44dc" /><Relationship Type="http://schemas.openxmlformats.org/officeDocument/2006/relationships/notesSlide" Target="/ppt/notesSlides/notesSlide4.xml" Id="R812b53d37e4b471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ff128db89741f3" /><Relationship Type="http://schemas.openxmlformats.org/officeDocument/2006/relationships/notesSlide" Target="/ppt/notesSlides/notesSlide5.xml" Id="R3a8191c2f9d342f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e2fe21a1f84902" /><Relationship Type="http://schemas.openxmlformats.org/officeDocument/2006/relationships/notesSlide" Target="/ppt/notesSlides/notesSlide6.xml" Id="R55bdaccea6dc48d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17a1306de24c07" /><Relationship Type="http://schemas.openxmlformats.org/officeDocument/2006/relationships/notesSlide" Target="/ppt/notesSlides/notesSlide7.xml" Id="R33b9edcba1d346f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0e776e6ba24668" /><Relationship Type="http://schemas.openxmlformats.org/officeDocument/2006/relationships/notesSlide" Target="/ppt/notesSlides/notesSlide8.xml" Id="Rca171b1dc2b24eb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2ba1ab86064586" /><Relationship Type="http://schemas.openxmlformats.org/officeDocument/2006/relationships/notesSlide" Target="/ppt/notesSlides/notesSlide9.xml" Id="Ra6335b01ac1e41a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0b21d3dcf44413" /><Relationship Type="http://schemas.openxmlformats.org/officeDocument/2006/relationships/notesSlide" Target="/ppt/notesSlides/notesSlide10.xml" Id="Rda87a133f73a4fa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0a2866e1994a4b" /><Relationship Type="http://schemas.openxmlformats.org/officeDocument/2006/relationships/notesSlide" Target="/ppt/notesSlides/notesSlide11.xml" Id="R38f3225acd05460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5fdec898bc491f" /><Relationship Type="http://schemas.openxmlformats.org/officeDocument/2006/relationships/notesSlide" Target="/ppt/notesSlides/notesSlide12.xml" Id="R1f35e83e7e8442a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fdb38994d345b4" /><Relationship Type="http://schemas.openxmlformats.org/officeDocument/2006/relationships/notesSlide" Target="/ppt/notesSlides/notesSlide13.xml" Id="R824edbf5ed44498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dd1add7d1f4ed4" /><Relationship Type="http://schemas.openxmlformats.org/officeDocument/2006/relationships/notesSlide" Target="/ppt/notesSlides/notesSlide14.xml" Id="R72ba925e6ff54e5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b91f2a25f046da" /><Relationship Type="http://schemas.openxmlformats.org/officeDocument/2006/relationships/notesSlide" Target="/ppt/notesSlides/notesSlide15.xml" Id="R9831e32610e347f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2abe11d01e44bf" /><Relationship Type="http://schemas.openxmlformats.org/officeDocument/2006/relationships/notesSlide" Target="/ppt/notesSlides/notesSlide16.xml" Id="Rbb6f106b2993433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119511f92247a0" /><Relationship Type="http://schemas.openxmlformats.org/officeDocument/2006/relationships/notesSlide" Target="/ppt/notesSlides/notesSlide17.xml" Id="Raa591fc77f21453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6ef6c0aff64614" /><Relationship Type="http://schemas.openxmlformats.org/officeDocument/2006/relationships/notesSlide" Target="/ppt/notesSlides/notesSlide18.xml" Id="R387ad7823a6f419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5070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Прямоугольник 19">
            <a:extLst xmlns:a="http://schemas.openxmlformats.org/drawingml/2006/main">
              <a:ext uri="{FF2B5EF4-FFF2-40B4-BE49-F238E27FC236}">
                <a16:creationId xmlns:a16="http://schemas.microsoft.com/office/drawing/2014/main" id="{C8CF6A23-BCC5-46D5-A0E7-C4432FD34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70C"/>
          </a:solidFill>
          <a:ln xmlns:a="http://schemas.openxmlformats.org/drawingml/2006/main" w="9525">
            <a:solidFill>
              <a:srgbClr val="0A1806"/>
            </a:solidFill>
            <a:prstDash val="solid"/>
          </a:ln>
        </p:spPr>
      </p:sp>
      <p:sp>
        <p:nvSpPr>
          <p:cNvPr id="2" name="Прямоугольник 1">
            <a:extLst xmlns:a="http://schemas.openxmlformats.org/drawingml/2006/main">
              <a:ext uri="{FF2B5EF4-FFF2-40B4-BE49-F238E27FC236}">
                <a16:creationId xmlns:a16="http://schemas.microsoft.com/office/drawing/2014/main" id="{B82DD0E6-8B1C-4FD4-BACA-FDD449751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08"/>
          </a:solidFill>
          <a:ln xmlns:a="http://schemas.openxmlformats.org/drawingml/2006/main" w="9525">
            <a:solidFill>
              <a:srgbClr val="0A1806"/>
            </a:solidFill>
            <a:prstDash val="solid"/>
          </a:ln>
        </p:spPr>
      </p:sp>
      <p:sp>
        <p:nvSpPr>
          <p:cNvPr id="3" name="Прямоугольник 2">
            <a:extLst xmlns:a="http://schemas.openxmlformats.org/drawingml/2006/main">
              <a:ext uri="{FF2B5EF4-FFF2-40B4-BE49-F238E27FC236}">
                <a16:creationId xmlns:a16="http://schemas.microsoft.com/office/drawing/2014/main" id="{B100A9CB-14FA-47CE-878C-576905134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806"/>
          </a:solidFill>
          <a:ln xmlns:a="http://schemas.openxmlformats.org/drawingml/2006/main" w="9525">
            <a:solidFill>
              <a:srgbClr val="0A1806"/>
            </a:solidFill>
            <a:prstDash val="solid"/>
          </a:ln>
        </p:spPr>
      </p:sp>
      <p:sp>
        <p:nvSpPr>
          <p:cNvPr id="4" name="Прямоугольник 3">
            <a:extLst xmlns:a="http://schemas.openxmlformats.org/drawingml/2006/main">
              <a:ext uri="{FF2B5EF4-FFF2-40B4-BE49-F238E27FC236}">
                <a16:creationId xmlns:a16="http://schemas.microsoft.com/office/drawing/2014/main" id="{00EE4123-4C9C-4B05-B14B-B244207E9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70C"/>
          </a:solidFill>
          <a:ln xmlns:a="http://schemas.openxmlformats.org/drawingml/2006/main" w="9525">
            <a:solidFill>
              <a:srgbClr val="0A1806"/>
            </a:solidFill>
            <a:prstDash val="solid"/>
          </a:ln>
        </p:spPr>
      </p:sp>
      <p:sp>
        <p:nvSpPr>
          <p:cNvPr id="5" name="Прямоугольник 4">
            <a:extLst xmlns:a="http://schemas.openxmlformats.org/drawingml/2006/main">
              <a:ext uri="{FF2B5EF4-FFF2-40B4-BE49-F238E27FC236}">
                <a16:creationId xmlns:a16="http://schemas.microsoft.com/office/drawing/2014/main" id="{70F6AD41-43F1-455A-BE4C-D373E2AD5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08"/>
          </a:solidFill>
          <a:ln xmlns:a="http://schemas.openxmlformats.org/drawingml/2006/main" w="9525">
            <a:solidFill>
              <a:srgbClr val="0A1806"/>
            </a:solidFill>
            <a:prstDash val="solid"/>
          </a:ln>
        </p:spPr>
      </p:sp>
      <p:sp>
        <p:nvSpPr>
          <p:cNvPr id="6" name="Прямоугольник 5">
            <a:extLst xmlns:a="http://schemas.openxmlformats.org/drawingml/2006/main">
              <a:ext uri="{FF2B5EF4-FFF2-40B4-BE49-F238E27FC236}">
                <a16:creationId xmlns:a16="http://schemas.microsoft.com/office/drawing/2014/main" id="{3FF8A800-DD1E-4336-B58D-EEC722586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806"/>
          </a:solidFill>
          <a:ln xmlns:a="http://schemas.openxmlformats.org/drawingml/2006/main" w="9525">
            <a:solidFill>
              <a:srgbClr val="0A1806"/>
            </a:solidFill>
            <a:prstDash val="solid"/>
          </a:ln>
        </p:spPr>
      </p:sp>
      <p:sp>
        <p:nvSpPr>
          <p:cNvPr id="7" name="Прямоугольник 6">
            <a:extLst xmlns:a="http://schemas.openxmlformats.org/drawingml/2006/main">
              <a:ext uri="{FF2B5EF4-FFF2-40B4-BE49-F238E27FC236}">
                <a16:creationId xmlns:a16="http://schemas.microsoft.com/office/drawing/2014/main" id="{1F901B14-BE4F-4CBF-A487-AD9293A71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70C"/>
          </a:solidFill>
          <a:ln xmlns:a="http://schemas.openxmlformats.org/drawingml/2006/main" w="9525">
            <a:solidFill>
              <a:srgbClr val="0A1806"/>
            </a:solidFill>
            <a:prstDash val="solid"/>
          </a:ln>
        </p:spPr>
      </p:sp>
      <p:sp>
        <p:nvSpPr>
          <p:cNvPr id="8" name="Прямоугольник 7">
            <a:extLst xmlns:a="http://schemas.openxmlformats.org/drawingml/2006/main">
              <a:ext uri="{FF2B5EF4-FFF2-40B4-BE49-F238E27FC236}">
                <a16:creationId xmlns:a16="http://schemas.microsoft.com/office/drawing/2014/main" id="{9B9C48E0-B44B-4FEE-B48D-623587B8E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08"/>
          </a:solidFill>
          <a:ln xmlns:a="http://schemas.openxmlformats.org/drawingml/2006/main" w="9525">
            <a:solidFill>
              <a:srgbClr val="0A1806"/>
            </a:solidFill>
            <a:prstDash val="solid"/>
          </a:ln>
        </p:spPr>
      </p:sp>
      <p:sp>
        <p:nvSpPr>
          <p:cNvPr id="9" name="Прямоугольник 8">
            <a:extLst xmlns:a="http://schemas.openxmlformats.org/drawingml/2006/main">
              <a:ext uri="{FF2B5EF4-FFF2-40B4-BE49-F238E27FC236}">
                <a16:creationId xmlns:a16="http://schemas.microsoft.com/office/drawing/2014/main" id="{D819F104-E885-4A6A-A80D-EA7ECE23B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806"/>
          </a:solidFill>
          <a:ln xmlns:a="http://schemas.openxmlformats.org/drawingml/2006/main" w="9525">
            <a:solidFill>
              <a:srgbClr val="0A1806"/>
            </a:solidFill>
            <a:prstDash val="solid"/>
          </a:ln>
        </p:spPr>
      </p:sp>
      <p:sp>
        <p:nvSpPr>
          <p:cNvPr id="10" name="Прямоугольник 9">
            <a:extLst xmlns:a="http://schemas.openxmlformats.org/drawingml/2006/main">
              <a:ext uri="{FF2B5EF4-FFF2-40B4-BE49-F238E27FC236}">
                <a16:creationId xmlns:a16="http://schemas.microsoft.com/office/drawing/2014/main" id="{43DEB336-7AAD-4215-803C-ED76FB7D7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70C"/>
          </a:solidFill>
          <a:ln xmlns:a="http://schemas.openxmlformats.org/drawingml/2006/main" w="9525">
            <a:solidFill>
              <a:srgbClr val="0A1806"/>
            </a:solidFill>
            <a:prstDash val="solid"/>
          </a:ln>
        </p:spPr>
      </p:sp>
      <p:sp>
        <p:nvSpPr>
          <p:cNvPr id="11" name="Прямоугольник 10">
            <a:extLst xmlns:a="http://schemas.openxmlformats.org/drawingml/2006/main">
              <a:ext uri="{FF2B5EF4-FFF2-40B4-BE49-F238E27FC236}">
                <a16:creationId xmlns:a16="http://schemas.microsoft.com/office/drawing/2014/main" id="{B2ABFE7F-A5D4-400B-9DB6-F8B6BDD48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08"/>
          </a:solidFill>
          <a:ln xmlns:a="http://schemas.openxmlformats.org/drawingml/2006/main" w="9525">
            <a:solidFill>
              <a:srgbClr val="0A1806"/>
            </a:solidFill>
            <a:prstDash val="solid"/>
          </a:ln>
        </p:spPr>
      </p:sp>
      <p:sp>
        <p:nvSpPr>
          <p:cNvPr id="12" name="Прямоугольник 11">
            <a:extLst xmlns:a="http://schemas.openxmlformats.org/drawingml/2006/main">
              <a:ext uri="{FF2B5EF4-FFF2-40B4-BE49-F238E27FC236}">
                <a16:creationId xmlns:a16="http://schemas.microsoft.com/office/drawing/2014/main" id="{832F9475-F2B0-487D-B5C6-00F74B6A2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706">
              <a:alpha val="66667"/>
            </a:srgbClr>
          </a:solidFill>
          <a:ln xmlns:a="http://schemas.openxmlformats.org/drawingml/2006/main" w="9525">
            <a:solidFill>
              <a:srgbClr val="050706"/>
            </a:solidFill>
            <a:prstDash val="solid"/>
          </a:ln>
        </p:spPr>
      </p:sp>
      <p:sp>
        <p:nvSpPr>
          <p:cNvPr id="13" name="Прямоугольник 12">
            <a:extLst xmlns:a="http://schemas.openxmlformats.org/drawingml/2006/main">
              <a:ext uri="{FF2B5EF4-FFF2-40B4-BE49-F238E27FC236}">
                <a16:creationId xmlns:a16="http://schemas.microsoft.com/office/drawing/2014/main" id="{DB94D2D9-F5F3-4FC4-AD83-4256C0B19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66700"/>
            <a:ext cx="2524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A08"/>
          </a:solidFill>
          <a:ln xmlns:a="http://schemas.openxmlformats.org/drawingml/2006/main" w="9525">
            <a:solidFill>
              <a:srgbClr val="62D218"/>
            </a:solidFill>
            <a:prstDash val="solid"/>
          </a:ln>
        </p:spPr>
      </p:sp>
      <p:sp>
        <p:nvSpPr>
          <p:cNvPr id="14" name="Прямоугольник 13">
            <a:extLst xmlns:a="http://schemas.openxmlformats.org/drawingml/2006/main">
              <a:ext uri="{FF2B5EF4-FFF2-40B4-BE49-F238E27FC236}">
                <a16:creationId xmlns:a16="http://schemas.microsoft.com/office/drawing/2014/main" id="{664A610E-0D57-4D13-B30E-551FF6A52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2333625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E8F8DF"/>
                </a:solidFill>
                <a:latin typeface="Arial"/>
                <a:ea typeface="Arial"/>
                <a:cs typeface="Arial"/>
              </a:defRPr>
            </a:pPr>
            <a:r>
              <a:t>ОБУЧЕНИЕ ОТДЕЛА ПРОДАЖ</a:t>
            </a:r>
          </a:p>
        </p:txBody>
      </p:sp>
      <p:sp>
        <p:nvSpPr>
          <p:cNvPr id="15" name="Прямоугольник 14">
            <a:extLst xmlns:a="http://schemas.openxmlformats.org/drawingml/2006/main">
              <a:ext uri="{FF2B5EF4-FFF2-40B4-BE49-F238E27FC236}">
                <a16:creationId xmlns:a16="http://schemas.microsoft.com/office/drawing/2014/main" id="{75A08272-4E9B-4DEB-A7F0-E8D21FC67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85750"/>
            <a:ext cx="428625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B7C1B7"/>
                </a:solidFill>
                <a:latin typeface="Arial"/>
                <a:ea typeface="Arial"/>
                <a:cs typeface="Arial"/>
              </a:defRPr>
            </a:pPr>
            <a:r>
              <a:t>01</a:t>
            </a:r>
          </a:p>
        </p:txBody>
      </p:sp>
      <p:sp>
        <p:nvSpPr>
          <p:cNvPr id="16" name="Прямоугольник 15">
            <a:extLst xmlns:a="http://schemas.openxmlformats.org/drawingml/2006/main">
              <a:ext uri="{FF2B5EF4-FFF2-40B4-BE49-F238E27FC236}">
                <a16:creationId xmlns:a16="http://schemas.microsoft.com/office/drawing/2014/main" id="{411CE446-F7C9-4F40-A864-7A99C00F4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47875"/>
            <a:ext cx="8096250" cy="1809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ФОРМИРОВАНИЕ
ПОТРЕБНОСТИ</a:t>
            </a:r>
          </a:p>
        </p:txBody>
      </p:sp>
      <p:sp>
        <p:nvSpPr>
          <p:cNvPr id="17" name="Прямоугольник 16">
            <a:extLst xmlns:a="http://schemas.openxmlformats.org/drawingml/2006/main">
              <a:ext uri="{FF2B5EF4-FFF2-40B4-BE49-F238E27FC236}">
                <a16:creationId xmlns:a16="http://schemas.microsoft.com/office/drawing/2014/main" id="{80E3F003-3659-4302-A4DD-2D80230EA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171950"/>
            <a:ext cx="60960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B7C1B7"/>
                </a:solidFill>
                <a:latin typeface="Arial"/>
                <a:ea typeface="Arial"/>
                <a:cs typeface="Arial"/>
              </a:defRPr>
            </a:pPr>
            <a:r>
              <a:t>Модуль «Управление профилем»</a:t>
            </a:r>
          </a:p>
        </p:txBody>
      </p:sp>
      <p:sp>
        <p:nvSpPr>
          <p:cNvPr id="18" name="Прямоугольник 17">
            <a:extLst xmlns:a="http://schemas.openxmlformats.org/drawingml/2006/main">
              <a:ext uri="{FF2B5EF4-FFF2-40B4-BE49-F238E27FC236}">
                <a16:creationId xmlns:a16="http://schemas.microsoft.com/office/drawing/2014/main" id="{FBE4E2E9-60E4-4A8A-A76A-39A6C2077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000625"/>
            <a:ext cx="4762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D218"/>
          </a:solidFill>
          <a:ln xmlns:a="http://schemas.openxmlformats.org/drawingml/2006/main" w="9525">
            <a:solidFill>
              <a:srgbClr val="62D218"/>
            </a:solidFill>
            <a:prstDash val="solid"/>
          </a:ln>
        </p:spPr>
      </p:sp>
      <p:sp>
        <p:nvSpPr>
          <p:cNvPr id="19" name="Прямоугольник 18">
            <a:extLst xmlns:a="http://schemas.openxmlformats.org/drawingml/2006/main">
              <a:ext uri="{FF2B5EF4-FFF2-40B4-BE49-F238E27FC236}">
                <a16:creationId xmlns:a16="http://schemas.microsoft.com/office/drawing/2014/main" id="{EBE453E8-F626-42AF-9007-98A955C0E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257800"/>
            <a:ext cx="6667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8F8DF"/>
                </a:solidFill>
                <a:latin typeface="Arial"/>
                <a:ea typeface="Arial"/>
                <a:cs typeface="Arial"/>
              </a:defRPr>
            </a:pPr>
            <a:r>
              <a:t>Факты → последствия → готовность решать</a:t>
            </a:r>
          </a:p>
        </p:txBody>
      </p:sp>
    </p:spTree>
    <p:extLst>
      <p:ext uri="{BB962C8B-B14F-4D97-AF65-F5344CB8AC3E}">
        <p14:creationId xmlns:p14="http://schemas.microsoft.com/office/powerpoint/2010/main" val="187485416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5070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Прямоугольник 23">
            <a:extLst xmlns:a="http://schemas.openxmlformats.org/drawingml/2006/main">
              <a:ext uri="{FF2B5EF4-FFF2-40B4-BE49-F238E27FC236}">
                <a16:creationId xmlns:a16="http://schemas.microsoft.com/office/drawing/2014/main" id="{2CCE2337-4CCC-42CE-9788-3E81613CD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70C"/>
          </a:solidFill>
          <a:ln xmlns:a="http://schemas.openxmlformats.org/drawingml/2006/main" w="9525">
            <a:solidFill>
              <a:srgbClr val="0A1806"/>
            </a:solidFill>
            <a:prstDash val="solid"/>
          </a:ln>
        </p:spPr>
      </p:sp>
      <p:sp>
        <p:nvSpPr>
          <p:cNvPr id="2" name="Прямоугольник 1">
            <a:extLst xmlns:a="http://schemas.openxmlformats.org/drawingml/2006/main">
              <a:ext uri="{FF2B5EF4-FFF2-40B4-BE49-F238E27FC236}">
                <a16:creationId xmlns:a16="http://schemas.microsoft.com/office/drawing/2014/main" id="{DE7F780F-F60E-4F31-BED1-A0B18CAF1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08"/>
          </a:solidFill>
          <a:ln xmlns:a="http://schemas.openxmlformats.org/drawingml/2006/main" w="9525">
            <a:solidFill>
              <a:srgbClr val="0A1806"/>
            </a:solidFill>
            <a:prstDash val="solid"/>
          </a:ln>
        </p:spPr>
      </p:sp>
      <p:sp>
        <p:nvSpPr>
          <p:cNvPr id="3" name="Прямоугольник 2">
            <a:extLst xmlns:a="http://schemas.openxmlformats.org/drawingml/2006/main">
              <a:ext uri="{FF2B5EF4-FFF2-40B4-BE49-F238E27FC236}">
                <a16:creationId xmlns:a16="http://schemas.microsoft.com/office/drawing/2014/main" id="{1B3FC843-5615-4C12-8566-E37D25640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806"/>
          </a:solidFill>
          <a:ln xmlns:a="http://schemas.openxmlformats.org/drawingml/2006/main" w="9525">
            <a:solidFill>
              <a:srgbClr val="0A1806"/>
            </a:solidFill>
            <a:prstDash val="solid"/>
          </a:ln>
        </p:spPr>
      </p:sp>
      <p:sp>
        <p:nvSpPr>
          <p:cNvPr id="4" name="Прямоугольник 3">
            <a:extLst xmlns:a="http://schemas.openxmlformats.org/drawingml/2006/main">
              <a:ext uri="{FF2B5EF4-FFF2-40B4-BE49-F238E27FC236}">
                <a16:creationId xmlns:a16="http://schemas.microsoft.com/office/drawing/2014/main" id="{341EA515-0E2A-42A7-B5BC-4A325E4CA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70C"/>
          </a:solidFill>
          <a:ln xmlns:a="http://schemas.openxmlformats.org/drawingml/2006/main" w="9525">
            <a:solidFill>
              <a:srgbClr val="0A1806"/>
            </a:solidFill>
            <a:prstDash val="solid"/>
          </a:ln>
        </p:spPr>
      </p:sp>
      <p:sp>
        <p:nvSpPr>
          <p:cNvPr id="5" name="Прямоугольник 4">
            <a:extLst xmlns:a="http://schemas.openxmlformats.org/drawingml/2006/main">
              <a:ext uri="{FF2B5EF4-FFF2-40B4-BE49-F238E27FC236}">
                <a16:creationId xmlns:a16="http://schemas.microsoft.com/office/drawing/2014/main" id="{A32826F0-E583-4A27-A920-B78356FA3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08"/>
          </a:solidFill>
          <a:ln xmlns:a="http://schemas.openxmlformats.org/drawingml/2006/main" w="9525">
            <a:solidFill>
              <a:srgbClr val="0A1806"/>
            </a:solidFill>
            <a:prstDash val="solid"/>
          </a:ln>
        </p:spPr>
      </p:sp>
      <p:sp>
        <p:nvSpPr>
          <p:cNvPr id="6" name="Прямоугольник 5">
            <a:extLst xmlns:a="http://schemas.openxmlformats.org/drawingml/2006/main">
              <a:ext uri="{FF2B5EF4-FFF2-40B4-BE49-F238E27FC236}">
                <a16:creationId xmlns:a16="http://schemas.microsoft.com/office/drawing/2014/main" id="{739DBCA0-DD1D-4520-9F0F-0FF71BE98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806"/>
          </a:solidFill>
          <a:ln xmlns:a="http://schemas.openxmlformats.org/drawingml/2006/main" w="9525">
            <a:solidFill>
              <a:srgbClr val="0A1806"/>
            </a:solidFill>
            <a:prstDash val="solid"/>
          </a:ln>
        </p:spPr>
      </p:sp>
      <p:sp>
        <p:nvSpPr>
          <p:cNvPr id="7" name="Прямоугольник 6">
            <a:extLst xmlns:a="http://schemas.openxmlformats.org/drawingml/2006/main">
              <a:ext uri="{FF2B5EF4-FFF2-40B4-BE49-F238E27FC236}">
                <a16:creationId xmlns:a16="http://schemas.microsoft.com/office/drawing/2014/main" id="{8E049142-9C84-4A9B-92C1-62C222A9A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70C"/>
          </a:solidFill>
          <a:ln xmlns:a="http://schemas.openxmlformats.org/drawingml/2006/main" w="9525">
            <a:solidFill>
              <a:srgbClr val="0A1806"/>
            </a:solidFill>
            <a:prstDash val="solid"/>
          </a:ln>
        </p:spPr>
      </p:sp>
      <p:sp>
        <p:nvSpPr>
          <p:cNvPr id="8" name="Прямоугольник 7">
            <a:extLst xmlns:a="http://schemas.openxmlformats.org/drawingml/2006/main">
              <a:ext uri="{FF2B5EF4-FFF2-40B4-BE49-F238E27FC236}">
                <a16:creationId xmlns:a16="http://schemas.microsoft.com/office/drawing/2014/main" id="{B1DB380B-0762-4439-A4AD-0E78D2242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08"/>
          </a:solidFill>
          <a:ln xmlns:a="http://schemas.openxmlformats.org/drawingml/2006/main" w="9525">
            <a:solidFill>
              <a:srgbClr val="0A1806"/>
            </a:solidFill>
            <a:prstDash val="solid"/>
          </a:ln>
        </p:spPr>
      </p:sp>
      <p:sp>
        <p:nvSpPr>
          <p:cNvPr id="9" name="Прямоугольник 8">
            <a:extLst xmlns:a="http://schemas.openxmlformats.org/drawingml/2006/main">
              <a:ext uri="{FF2B5EF4-FFF2-40B4-BE49-F238E27FC236}">
                <a16:creationId xmlns:a16="http://schemas.microsoft.com/office/drawing/2014/main" id="{7E487438-E981-4E44-86D9-984551B31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806"/>
          </a:solidFill>
          <a:ln xmlns:a="http://schemas.openxmlformats.org/drawingml/2006/main" w="9525">
            <a:solidFill>
              <a:srgbClr val="0A1806"/>
            </a:solidFill>
            <a:prstDash val="solid"/>
          </a:ln>
        </p:spPr>
      </p:sp>
      <p:sp>
        <p:nvSpPr>
          <p:cNvPr id="10" name="Прямоугольник 9">
            <a:extLst xmlns:a="http://schemas.openxmlformats.org/drawingml/2006/main">
              <a:ext uri="{FF2B5EF4-FFF2-40B4-BE49-F238E27FC236}">
                <a16:creationId xmlns:a16="http://schemas.microsoft.com/office/drawing/2014/main" id="{30194761-1DF5-490F-94B7-9033A0A31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70C"/>
          </a:solidFill>
          <a:ln xmlns:a="http://schemas.openxmlformats.org/drawingml/2006/main" w="9525">
            <a:solidFill>
              <a:srgbClr val="0A1806"/>
            </a:solidFill>
            <a:prstDash val="solid"/>
          </a:ln>
        </p:spPr>
      </p:sp>
      <p:sp>
        <p:nvSpPr>
          <p:cNvPr id="11" name="Прямоугольник 10">
            <a:extLst xmlns:a="http://schemas.openxmlformats.org/drawingml/2006/main">
              <a:ext uri="{FF2B5EF4-FFF2-40B4-BE49-F238E27FC236}">
                <a16:creationId xmlns:a16="http://schemas.microsoft.com/office/drawing/2014/main" id="{2EF2F72F-FB63-4B44-A77A-E128B866B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08"/>
          </a:solidFill>
          <a:ln xmlns:a="http://schemas.openxmlformats.org/drawingml/2006/main" w="9525">
            <a:solidFill>
              <a:srgbClr val="0A1806"/>
            </a:solidFill>
            <a:prstDash val="solid"/>
          </a:ln>
        </p:spPr>
      </p:sp>
      <p:sp>
        <p:nvSpPr>
          <p:cNvPr id="12" name="Прямоугольник 11">
            <a:extLst xmlns:a="http://schemas.openxmlformats.org/drawingml/2006/main">
              <a:ext uri="{FF2B5EF4-FFF2-40B4-BE49-F238E27FC236}">
                <a16:creationId xmlns:a16="http://schemas.microsoft.com/office/drawing/2014/main" id="{BBFEC09E-91AB-48DE-8ED9-DB2D92847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706">
              <a:alpha val="66667"/>
            </a:srgbClr>
          </a:solidFill>
          <a:ln xmlns:a="http://schemas.openxmlformats.org/drawingml/2006/main" w="9525">
            <a:solidFill>
              <a:srgbClr val="050706"/>
            </a:solidFill>
            <a:prstDash val="solid"/>
          </a:ln>
        </p:spPr>
      </p:sp>
      <p:sp>
        <p:nvSpPr>
          <p:cNvPr id="13" name="Прямоугольник 12">
            <a:extLst xmlns:a="http://schemas.openxmlformats.org/drawingml/2006/main">
              <a:ext uri="{FF2B5EF4-FFF2-40B4-BE49-F238E27FC236}">
                <a16:creationId xmlns:a16="http://schemas.microsoft.com/office/drawing/2014/main" id="{6A3C9FBC-A9C1-4F80-B658-E052017BA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66700"/>
            <a:ext cx="2524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A08"/>
          </a:solidFill>
          <a:ln xmlns:a="http://schemas.openxmlformats.org/drawingml/2006/main" w="9525">
            <a:solidFill>
              <a:srgbClr val="62D218"/>
            </a:solidFill>
            <a:prstDash val="solid"/>
          </a:ln>
        </p:spPr>
      </p:sp>
      <p:sp>
        <p:nvSpPr>
          <p:cNvPr id="14" name="Прямоугольник 13">
            <a:extLst xmlns:a="http://schemas.openxmlformats.org/drawingml/2006/main">
              <a:ext uri="{FF2B5EF4-FFF2-40B4-BE49-F238E27FC236}">
                <a16:creationId xmlns:a16="http://schemas.microsoft.com/office/drawing/2014/main" id="{EEC6BC37-2F82-404A-8C6F-CF1F22629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2333625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E8F8DF"/>
                </a:solidFill>
                <a:latin typeface="Arial"/>
                <a:ea typeface="Arial"/>
                <a:cs typeface="Arial"/>
              </a:defRPr>
            </a:pPr>
            <a:r>
              <a:t>ФОРМИРОВАНИЕ ПОТРЕБНОСТИ</a:t>
            </a:r>
          </a:p>
        </p:txBody>
      </p:sp>
      <p:sp>
        <p:nvSpPr>
          <p:cNvPr id="15" name="Прямоугольник 14">
            <a:extLst xmlns:a="http://schemas.openxmlformats.org/drawingml/2006/main">
              <a:ext uri="{FF2B5EF4-FFF2-40B4-BE49-F238E27FC236}">
                <a16:creationId xmlns:a16="http://schemas.microsoft.com/office/drawing/2014/main" id="{50D03611-C69E-479A-A64A-BCC03CCD0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85750"/>
            <a:ext cx="428625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B7C1B7"/>
                </a:solidFill>
                <a:latin typeface="Arial"/>
                <a:ea typeface="Arial"/>
                <a:cs typeface="Arial"/>
              </a:defRPr>
            </a:pPr>
            <a:r>
              <a:t>02</a:t>
            </a:r>
          </a:p>
        </p:txBody>
      </p:sp>
      <p:sp>
        <p:nvSpPr>
          <p:cNvPr id="16" name="Прямоугольник 15">
            <a:extLst xmlns:a="http://schemas.openxmlformats.org/drawingml/2006/main">
              <a:ext uri="{FF2B5EF4-FFF2-40B4-BE49-F238E27FC236}">
                <a16:creationId xmlns:a16="http://schemas.microsoft.com/office/drawing/2014/main" id="{84ECC03C-E89C-414B-B124-5037CEE2E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110490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ЧТО И КАК БУДЕТ ПРОИСХОДИТЬ</a:t>
            </a:r>
          </a:p>
        </p:txBody>
      </p:sp>
      <p:sp>
        <p:nvSpPr>
          <p:cNvPr id="17" name="Прямоугольник 16">
            <a:extLst xmlns:a="http://schemas.openxmlformats.org/drawingml/2006/main">
              <a:ext uri="{FF2B5EF4-FFF2-40B4-BE49-F238E27FC236}">
                <a16:creationId xmlns:a16="http://schemas.microsoft.com/office/drawing/2014/main" id="{CAC68170-D237-48B4-9409-7CB30BB62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52625"/>
            <a:ext cx="52387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0C"/>
          </a:solidFill>
          <a:ln xmlns:a="http://schemas.openxmlformats.org/drawingml/2006/main" w="9525">
            <a:solidFill>
              <a:srgbClr val="325A20"/>
            </a:solidFill>
            <a:prstDash val="solid"/>
          </a:ln>
        </p:spPr>
      </p:sp>
      <p:sp>
        <p:nvSpPr>
          <p:cNvPr id="18" name="Прямоугольник 17">
            <a:extLst xmlns:a="http://schemas.openxmlformats.org/drawingml/2006/main">
              <a:ext uri="{FF2B5EF4-FFF2-40B4-BE49-F238E27FC236}">
                <a16:creationId xmlns:a16="http://schemas.microsoft.com/office/drawing/2014/main" id="{9F2BFD79-8C63-4D19-A573-E77BEFA90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124075"/>
            <a:ext cx="48196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ПЛАН ВСТРЕЧИ</a:t>
            </a:r>
          </a:p>
        </p:txBody>
      </p:sp>
      <p:sp>
        <p:nvSpPr>
          <p:cNvPr id="19" name="Прямоугольник 18">
            <a:extLst xmlns:a="http://schemas.openxmlformats.org/drawingml/2006/main">
              <a:ext uri="{FF2B5EF4-FFF2-40B4-BE49-F238E27FC236}">
                <a16:creationId xmlns:a16="http://schemas.microsoft.com/office/drawing/2014/main" id="{171E828B-DBA2-433B-8714-31AE92807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543175"/>
            <a:ext cx="4819650" cy="2686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B7C1B7"/>
                </a:solidFill>
                <a:latin typeface="Arial"/>
                <a:ea typeface="Arial"/>
                <a:cs typeface="Arial"/>
              </a:defRPr>
            </a:pPr>
            <a:r>
              <a:t>Сейчас расскажу, что такое потребность; разберём алгоритм формирования потребности и примеры формулировок; разберём запись по формированию потребности; затем отыграем ролевую игру.</a:t>
            </a:r>
          </a:p>
        </p:txBody>
      </p:sp>
      <p:sp>
        <p:nvSpPr>
          <p:cNvPr id="20" name="Прямоугольник 19">
            <a:extLst xmlns:a="http://schemas.openxmlformats.org/drawingml/2006/main">
              <a:ext uri="{FF2B5EF4-FFF2-40B4-BE49-F238E27FC236}">
                <a16:creationId xmlns:a16="http://schemas.microsoft.com/office/drawing/2014/main" id="{051EA5D5-1EF9-4539-8EDF-6AC9156E6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952625"/>
            <a:ext cx="5429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0C"/>
          </a:solidFill>
          <a:ln xmlns:a="http://schemas.openxmlformats.org/drawingml/2006/main" w="9525">
            <a:solidFill>
              <a:srgbClr val="325A20"/>
            </a:solidFill>
            <a:prstDash val="solid"/>
          </a:ln>
        </p:spPr>
      </p:sp>
      <p:sp>
        <p:nvSpPr>
          <p:cNvPr id="21" name="Прямоугольник 20">
            <a:extLst xmlns:a="http://schemas.openxmlformats.org/drawingml/2006/main">
              <a:ext uri="{FF2B5EF4-FFF2-40B4-BE49-F238E27FC236}">
                <a16:creationId xmlns:a16="http://schemas.microsoft.com/office/drawing/2014/main" id="{BD0B480C-ECCB-4C44-8C06-1FCC1ACAA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124075"/>
            <a:ext cx="50101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ЧТО ЖДУ ОТ ТЕБЯ</a:t>
            </a:r>
          </a:p>
        </p:txBody>
      </p:sp>
      <p:sp>
        <p:nvSpPr>
          <p:cNvPr id="22" name="Прямоугольник 21">
            <a:extLst xmlns:a="http://schemas.openxmlformats.org/drawingml/2006/main">
              <a:ext uri="{FF2B5EF4-FFF2-40B4-BE49-F238E27FC236}">
                <a16:creationId xmlns:a16="http://schemas.microsoft.com/office/drawing/2014/main" id="{5D6B9BF0-5732-4418-B540-0E5F56875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543175"/>
            <a:ext cx="5010150" cy="2686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B7C1B7"/>
                </a:solidFill>
                <a:latin typeface="Arial"/>
                <a:ea typeface="Arial"/>
                <a:cs typeface="Arial"/>
              </a:defRPr>
            </a:pPr>
            <a:r>
              <a:t>Максимальной вовлеченности. Если что-то непонятно — задавай вопросы и записывай в тетрадь.</a:t>
            </a:r>
          </a:p>
        </p:txBody>
      </p:sp>
      <p:sp>
        <p:nvSpPr>
          <p:cNvPr id="23" name="Прямоугольник 22">
            <a:extLst xmlns:a="http://schemas.openxmlformats.org/drawingml/2006/main">
              <a:ext uri="{FF2B5EF4-FFF2-40B4-BE49-F238E27FC236}">
                <a16:creationId xmlns:a16="http://schemas.microsoft.com/office/drawing/2014/main" id="{D792FBC9-DB14-4245-B6CA-E2D4A88A3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62625"/>
            <a:ext cx="104775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62D218"/>
                </a:solidFill>
                <a:latin typeface="Arial"/>
                <a:ea typeface="Arial"/>
                <a:cs typeface="Arial"/>
              </a:defRPr>
            </a:pPr>
            <a:r>
              <a:t>Есть вопросы? Готов начать?</a:t>
            </a:r>
          </a:p>
        </p:txBody>
      </p:sp>
    </p:spTree>
    <p:extLst>
      <p:ext uri="{BB962C8B-B14F-4D97-AF65-F5344CB8AC3E}">
        <p14:creationId xmlns:p14="http://schemas.microsoft.com/office/powerpoint/2010/main" val="173497289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5070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Прямоугольник 23">
            <a:extLst xmlns:a="http://schemas.openxmlformats.org/drawingml/2006/main">
              <a:ext uri="{FF2B5EF4-FFF2-40B4-BE49-F238E27FC236}">
                <a16:creationId xmlns:a16="http://schemas.microsoft.com/office/drawing/2014/main" id="{4344BAC2-9EE0-4F47-ADB2-D762A84BD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70C"/>
          </a:solidFill>
          <a:ln xmlns:a="http://schemas.openxmlformats.org/drawingml/2006/main" w="9525">
            <a:solidFill>
              <a:srgbClr val="0A1806"/>
            </a:solidFill>
            <a:prstDash val="solid"/>
          </a:ln>
        </p:spPr>
      </p:sp>
      <p:sp>
        <p:nvSpPr>
          <p:cNvPr id="2" name="Прямоугольник 1">
            <a:extLst xmlns:a="http://schemas.openxmlformats.org/drawingml/2006/main">
              <a:ext uri="{FF2B5EF4-FFF2-40B4-BE49-F238E27FC236}">
                <a16:creationId xmlns:a16="http://schemas.microsoft.com/office/drawing/2014/main" id="{1518795B-1AD2-4D54-ADDB-7444AB38B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08"/>
          </a:solidFill>
          <a:ln xmlns:a="http://schemas.openxmlformats.org/drawingml/2006/main" w="9525">
            <a:solidFill>
              <a:srgbClr val="0A1806"/>
            </a:solidFill>
            <a:prstDash val="solid"/>
          </a:ln>
        </p:spPr>
      </p:sp>
      <p:sp>
        <p:nvSpPr>
          <p:cNvPr id="3" name="Прямоугольник 2">
            <a:extLst xmlns:a="http://schemas.openxmlformats.org/drawingml/2006/main">
              <a:ext uri="{FF2B5EF4-FFF2-40B4-BE49-F238E27FC236}">
                <a16:creationId xmlns:a16="http://schemas.microsoft.com/office/drawing/2014/main" id="{0581DA6B-9979-4A51-8B0C-75418F885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806"/>
          </a:solidFill>
          <a:ln xmlns:a="http://schemas.openxmlformats.org/drawingml/2006/main" w="9525">
            <a:solidFill>
              <a:srgbClr val="0A1806"/>
            </a:solidFill>
            <a:prstDash val="solid"/>
          </a:ln>
        </p:spPr>
      </p:sp>
      <p:sp>
        <p:nvSpPr>
          <p:cNvPr id="4" name="Прямоугольник 3">
            <a:extLst xmlns:a="http://schemas.openxmlformats.org/drawingml/2006/main">
              <a:ext uri="{FF2B5EF4-FFF2-40B4-BE49-F238E27FC236}">
                <a16:creationId xmlns:a16="http://schemas.microsoft.com/office/drawing/2014/main" id="{15C9C016-B714-4532-A2F2-209507812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70C"/>
          </a:solidFill>
          <a:ln xmlns:a="http://schemas.openxmlformats.org/drawingml/2006/main" w="9525">
            <a:solidFill>
              <a:srgbClr val="0A1806"/>
            </a:solidFill>
            <a:prstDash val="solid"/>
          </a:ln>
        </p:spPr>
      </p:sp>
      <p:sp>
        <p:nvSpPr>
          <p:cNvPr id="5" name="Прямоугольник 4">
            <a:extLst xmlns:a="http://schemas.openxmlformats.org/drawingml/2006/main">
              <a:ext uri="{FF2B5EF4-FFF2-40B4-BE49-F238E27FC236}">
                <a16:creationId xmlns:a16="http://schemas.microsoft.com/office/drawing/2014/main" id="{25CDF49E-DE8C-439C-AB5B-90B121EB5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08"/>
          </a:solidFill>
          <a:ln xmlns:a="http://schemas.openxmlformats.org/drawingml/2006/main" w="9525">
            <a:solidFill>
              <a:srgbClr val="0A1806"/>
            </a:solidFill>
            <a:prstDash val="solid"/>
          </a:ln>
        </p:spPr>
      </p:sp>
      <p:sp>
        <p:nvSpPr>
          <p:cNvPr id="6" name="Прямоугольник 5">
            <a:extLst xmlns:a="http://schemas.openxmlformats.org/drawingml/2006/main">
              <a:ext uri="{FF2B5EF4-FFF2-40B4-BE49-F238E27FC236}">
                <a16:creationId xmlns:a16="http://schemas.microsoft.com/office/drawing/2014/main" id="{05CE1690-502A-443D-BCD6-117D46EFC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806"/>
          </a:solidFill>
          <a:ln xmlns:a="http://schemas.openxmlformats.org/drawingml/2006/main" w="9525">
            <a:solidFill>
              <a:srgbClr val="0A1806"/>
            </a:solidFill>
            <a:prstDash val="solid"/>
          </a:ln>
        </p:spPr>
      </p:sp>
      <p:sp>
        <p:nvSpPr>
          <p:cNvPr id="7" name="Прямоугольник 6">
            <a:extLst xmlns:a="http://schemas.openxmlformats.org/drawingml/2006/main">
              <a:ext uri="{FF2B5EF4-FFF2-40B4-BE49-F238E27FC236}">
                <a16:creationId xmlns:a16="http://schemas.microsoft.com/office/drawing/2014/main" id="{F8709912-3286-4929-B347-AA38E04A5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70C"/>
          </a:solidFill>
          <a:ln xmlns:a="http://schemas.openxmlformats.org/drawingml/2006/main" w="9525">
            <a:solidFill>
              <a:srgbClr val="0A1806"/>
            </a:solidFill>
            <a:prstDash val="solid"/>
          </a:ln>
        </p:spPr>
      </p:sp>
      <p:sp>
        <p:nvSpPr>
          <p:cNvPr id="8" name="Прямоугольник 7">
            <a:extLst xmlns:a="http://schemas.openxmlformats.org/drawingml/2006/main">
              <a:ext uri="{FF2B5EF4-FFF2-40B4-BE49-F238E27FC236}">
                <a16:creationId xmlns:a16="http://schemas.microsoft.com/office/drawing/2014/main" id="{BDEF7C13-4AA3-4762-B99E-A08D73AF0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08"/>
          </a:solidFill>
          <a:ln xmlns:a="http://schemas.openxmlformats.org/drawingml/2006/main" w="9525">
            <a:solidFill>
              <a:srgbClr val="0A1806"/>
            </a:solidFill>
            <a:prstDash val="solid"/>
          </a:ln>
        </p:spPr>
      </p:sp>
      <p:sp>
        <p:nvSpPr>
          <p:cNvPr id="9" name="Прямоугольник 8">
            <a:extLst xmlns:a="http://schemas.openxmlformats.org/drawingml/2006/main">
              <a:ext uri="{FF2B5EF4-FFF2-40B4-BE49-F238E27FC236}">
                <a16:creationId xmlns:a16="http://schemas.microsoft.com/office/drawing/2014/main" id="{F2C5FAEE-D5A2-4074-942A-B6BBD0496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806"/>
          </a:solidFill>
          <a:ln xmlns:a="http://schemas.openxmlformats.org/drawingml/2006/main" w="9525">
            <a:solidFill>
              <a:srgbClr val="0A1806"/>
            </a:solidFill>
            <a:prstDash val="solid"/>
          </a:ln>
        </p:spPr>
      </p:sp>
      <p:sp>
        <p:nvSpPr>
          <p:cNvPr id="10" name="Прямоугольник 9">
            <a:extLst xmlns:a="http://schemas.openxmlformats.org/drawingml/2006/main">
              <a:ext uri="{FF2B5EF4-FFF2-40B4-BE49-F238E27FC236}">
                <a16:creationId xmlns:a16="http://schemas.microsoft.com/office/drawing/2014/main" id="{DED96F00-25B7-479D-A2DF-FC21E1612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70C"/>
          </a:solidFill>
          <a:ln xmlns:a="http://schemas.openxmlformats.org/drawingml/2006/main" w="9525">
            <a:solidFill>
              <a:srgbClr val="0A1806"/>
            </a:solidFill>
            <a:prstDash val="solid"/>
          </a:ln>
        </p:spPr>
      </p:sp>
      <p:sp>
        <p:nvSpPr>
          <p:cNvPr id="11" name="Прямоугольник 10">
            <a:extLst xmlns:a="http://schemas.openxmlformats.org/drawingml/2006/main">
              <a:ext uri="{FF2B5EF4-FFF2-40B4-BE49-F238E27FC236}">
                <a16:creationId xmlns:a16="http://schemas.microsoft.com/office/drawing/2014/main" id="{8E477EC3-8260-4B76-BC78-150533973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08"/>
          </a:solidFill>
          <a:ln xmlns:a="http://schemas.openxmlformats.org/drawingml/2006/main" w="9525">
            <a:solidFill>
              <a:srgbClr val="0A1806"/>
            </a:solidFill>
            <a:prstDash val="solid"/>
          </a:ln>
        </p:spPr>
      </p:sp>
      <p:sp>
        <p:nvSpPr>
          <p:cNvPr id="12" name="Прямоугольник 11">
            <a:extLst xmlns:a="http://schemas.openxmlformats.org/drawingml/2006/main">
              <a:ext uri="{FF2B5EF4-FFF2-40B4-BE49-F238E27FC236}">
                <a16:creationId xmlns:a16="http://schemas.microsoft.com/office/drawing/2014/main" id="{BAB8296C-3110-4E2E-82B0-21C431805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706">
              <a:alpha val="66667"/>
            </a:srgbClr>
          </a:solidFill>
          <a:ln xmlns:a="http://schemas.openxmlformats.org/drawingml/2006/main" w="9525">
            <a:solidFill>
              <a:srgbClr val="050706"/>
            </a:solidFill>
            <a:prstDash val="solid"/>
          </a:ln>
        </p:spPr>
      </p:sp>
      <p:sp>
        <p:nvSpPr>
          <p:cNvPr id="13" name="Прямоугольник 12">
            <a:extLst xmlns:a="http://schemas.openxmlformats.org/drawingml/2006/main">
              <a:ext uri="{FF2B5EF4-FFF2-40B4-BE49-F238E27FC236}">
                <a16:creationId xmlns:a16="http://schemas.microsoft.com/office/drawing/2014/main" id="{DCBCE00E-2E7F-452F-A3AF-86A958F9E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66700"/>
            <a:ext cx="2524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A08"/>
          </a:solidFill>
          <a:ln xmlns:a="http://schemas.openxmlformats.org/drawingml/2006/main" w="9525">
            <a:solidFill>
              <a:srgbClr val="62D218"/>
            </a:solidFill>
            <a:prstDash val="solid"/>
          </a:ln>
        </p:spPr>
      </p:sp>
      <p:sp>
        <p:nvSpPr>
          <p:cNvPr id="14" name="Прямоугольник 13">
            <a:extLst xmlns:a="http://schemas.openxmlformats.org/drawingml/2006/main">
              <a:ext uri="{FF2B5EF4-FFF2-40B4-BE49-F238E27FC236}">
                <a16:creationId xmlns:a16="http://schemas.microsoft.com/office/drawing/2014/main" id="{6ACB74A5-2552-40DC-A37C-ABA5FC0AE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2333625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E8F8DF"/>
                </a:solidFill>
                <a:latin typeface="Arial"/>
                <a:ea typeface="Arial"/>
                <a:cs typeface="Arial"/>
              </a:defRPr>
            </a:pPr>
            <a:r>
              <a:t>ФОРМИРОВАНИЕ ПОТРЕБНОСТИ</a:t>
            </a:r>
          </a:p>
        </p:txBody>
      </p:sp>
      <p:sp>
        <p:nvSpPr>
          <p:cNvPr id="15" name="Прямоугольник 14">
            <a:extLst xmlns:a="http://schemas.openxmlformats.org/drawingml/2006/main">
              <a:ext uri="{FF2B5EF4-FFF2-40B4-BE49-F238E27FC236}">
                <a16:creationId xmlns:a16="http://schemas.microsoft.com/office/drawing/2014/main" id="{E2BB2B22-5C69-4AB4-B226-7F0E2DFAE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85750"/>
            <a:ext cx="428625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B7C1B7"/>
                </a:solidFill>
                <a:latin typeface="Arial"/>
                <a:ea typeface="Arial"/>
                <a:cs typeface="Arial"/>
              </a:defRPr>
            </a:pPr>
            <a:r>
              <a:t>03</a:t>
            </a:r>
          </a:p>
        </p:txBody>
      </p:sp>
      <p:sp>
        <p:nvSpPr>
          <p:cNvPr id="16" name="Прямоугольник 15">
            <a:extLst xmlns:a="http://schemas.openxmlformats.org/drawingml/2006/main">
              <a:ext uri="{FF2B5EF4-FFF2-40B4-BE49-F238E27FC236}">
                <a16:creationId xmlns:a16="http://schemas.microsoft.com/office/drawing/2014/main" id="{9152C52B-6FD1-46AA-A84F-05964148F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110490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ЧТО ТАКОЕ ПОТРЕБНОСТЬ</a:t>
            </a:r>
          </a:p>
        </p:txBody>
      </p:sp>
      <p:sp>
        <p:nvSpPr>
          <p:cNvPr id="17" name="Прямоугольник 16">
            <a:extLst xmlns:a="http://schemas.openxmlformats.org/drawingml/2006/main">
              <a:ext uri="{FF2B5EF4-FFF2-40B4-BE49-F238E27FC236}">
                <a16:creationId xmlns:a16="http://schemas.microsoft.com/office/drawing/2014/main" id="{59C02D22-C069-44C1-989B-FC2A6888E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52625"/>
            <a:ext cx="106680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Потребность — это нужда (нехватка чего-либо), требующая удовлетворения.</a:t>
            </a:r>
          </a:p>
        </p:txBody>
      </p:sp>
      <p:sp>
        <p:nvSpPr>
          <p:cNvPr id="18" name="Прямоугольник 17">
            <a:extLst xmlns:a="http://schemas.openxmlformats.org/drawingml/2006/main">
              <a:ext uri="{FF2B5EF4-FFF2-40B4-BE49-F238E27FC236}">
                <a16:creationId xmlns:a16="http://schemas.microsoft.com/office/drawing/2014/main" id="{A49DDAAD-A9AB-459E-B9C4-679AFA904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952750"/>
            <a:ext cx="5191125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0C"/>
          </a:solidFill>
          <a:ln xmlns:a="http://schemas.openxmlformats.org/drawingml/2006/main" w="9525">
            <a:solidFill>
              <a:srgbClr val="325A20"/>
            </a:solidFill>
            <a:prstDash val="solid"/>
          </a:ln>
        </p:spPr>
      </p:sp>
      <p:sp>
        <p:nvSpPr>
          <p:cNvPr id="19" name="Прямоугольник 18">
            <a:extLst xmlns:a="http://schemas.openxmlformats.org/drawingml/2006/main">
              <a:ext uri="{FF2B5EF4-FFF2-40B4-BE49-F238E27FC236}">
                <a16:creationId xmlns:a16="http://schemas.microsoft.com/office/drawing/2014/main" id="{E965F373-0BAB-4B93-825B-5AAC3BB98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124200"/>
            <a:ext cx="4772025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СФОРМИРОВАННАЯ ПОТРЕБНОСТЬ</a:t>
            </a:r>
          </a:p>
        </p:txBody>
      </p:sp>
      <p:sp>
        <p:nvSpPr>
          <p:cNvPr id="20" name="Прямоугольник 19">
            <a:extLst xmlns:a="http://schemas.openxmlformats.org/drawingml/2006/main">
              <a:ext uri="{FF2B5EF4-FFF2-40B4-BE49-F238E27FC236}">
                <a16:creationId xmlns:a16="http://schemas.microsoft.com/office/drawing/2014/main" id="{558A62A0-ECDF-4DFD-A6D1-A5A5A92AE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543300"/>
            <a:ext cx="4772025" cy="15906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B7C1B7"/>
                </a:solidFill>
                <a:latin typeface="Arial"/>
                <a:ea typeface="Arial"/>
                <a:cs typeface="Arial"/>
              </a:defRPr>
            </a:pPr>
            <a:r>
              <a:t>Осознанное понимание клиентом проблемы и последствий и готовность её решать.</a:t>
            </a:r>
          </a:p>
        </p:txBody>
      </p:sp>
      <p:sp>
        <p:nvSpPr>
          <p:cNvPr id="21" name="Прямоугольник 20">
            <a:extLst xmlns:a="http://schemas.openxmlformats.org/drawingml/2006/main">
              <a:ext uri="{FF2B5EF4-FFF2-40B4-BE49-F238E27FC236}">
                <a16:creationId xmlns:a16="http://schemas.microsoft.com/office/drawing/2014/main" id="{5740780C-FB2E-41DF-9644-CB3F6F66D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952750"/>
            <a:ext cx="5476875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0C"/>
          </a:solidFill>
          <a:ln xmlns:a="http://schemas.openxmlformats.org/drawingml/2006/main" w="9525">
            <a:solidFill>
              <a:srgbClr val="325A20"/>
            </a:solidFill>
            <a:prstDash val="solid"/>
          </a:ln>
        </p:spPr>
      </p:sp>
      <p:sp>
        <p:nvSpPr>
          <p:cNvPr id="22" name="Прямоугольник 21">
            <a:extLst xmlns:a="http://schemas.openxmlformats.org/drawingml/2006/main">
              <a:ext uri="{FF2B5EF4-FFF2-40B4-BE49-F238E27FC236}">
                <a16:creationId xmlns:a16="http://schemas.microsoft.com/office/drawing/2014/main" id="{EF245AB4-A4CB-4A95-8342-17D1DBD5A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124200"/>
            <a:ext cx="5057775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НЕСФОРМИРОВАННАЯ ПОТРЕБНОСТЬ</a:t>
            </a:r>
          </a:p>
        </p:txBody>
      </p:sp>
      <p:sp>
        <p:nvSpPr>
          <p:cNvPr id="23" name="Прямоугольник 22">
            <a:extLst xmlns:a="http://schemas.openxmlformats.org/drawingml/2006/main">
              <a:ext uri="{FF2B5EF4-FFF2-40B4-BE49-F238E27FC236}">
                <a16:creationId xmlns:a16="http://schemas.microsoft.com/office/drawing/2014/main" id="{8D112F35-C861-478A-A09A-482E750A1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543300"/>
            <a:ext cx="5057775" cy="15906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B7C1B7"/>
                </a:solidFill>
                <a:latin typeface="Arial"/>
                <a:ea typeface="Arial"/>
                <a:cs typeface="Arial"/>
              </a:defRPr>
            </a:pPr>
            <a:r>
              <a:t>Непонимание клиентом проблемы и последствий и отсутствие готовности её решать.</a:t>
            </a:r>
          </a:p>
        </p:txBody>
      </p:sp>
    </p:spTree>
    <p:extLst>
      <p:ext uri="{BB962C8B-B14F-4D97-AF65-F5344CB8AC3E}">
        <p14:creationId xmlns:p14="http://schemas.microsoft.com/office/powerpoint/2010/main" val="212189617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5070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Прямоугольник 25">
            <a:extLst xmlns:a="http://schemas.openxmlformats.org/drawingml/2006/main">
              <a:ext uri="{FF2B5EF4-FFF2-40B4-BE49-F238E27FC236}">
                <a16:creationId xmlns:a16="http://schemas.microsoft.com/office/drawing/2014/main" id="{F03C7684-4794-4BEF-A97A-6FF6489D3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70C"/>
          </a:solidFill>
          <a:ln xmlns:a="http://schemas.openxmlformats.org/drawingml/2006/main" w="9525">
            <a:solidFill>
              <a:srgbClr val="0A1806"/>
            </a:solidFill>
            <a:prstDash val="solid"/>
          </a:ln>
        </p:spPr>
      </p:sp>
      <p:sp>
        <p:nvSpPr>
          <p:cNvPr id="2" name="Прямоугольник 1">
            <a:extLst xmlns:a="http://schemas.openxmlformats.org/drawingml/2006/main">
              <a:ext uri="{FF2B5EF4-FFF2-40B4-BE49-F238E27FC236}">
                <a16:creationId xmlns:a16="http://schemas.microsoft.com/office/drawing/2014/main" id="{B19A1DEB-EF6E-4178-871E-F5EAFB33C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08"/>
          </a:solidFill>
          <a:ln xmlns:a="http://schemas.openxmlformats.org/drawingml/2006/main" w="9525">
            <a:solidFill>
              <a:srgbClr val="0A1806"/>
            </a:solidFill>
            <a:prstDash val="solid"/>
          </a:ln>
        </p:spPr>
      </p:sp>
      <p:sp>
        <p:nvSpPr>
          <p:cNvPr id="3" name="Прямоугольник 2">
            <a:extLst xmlns:a="http://schemas.openxmlformats.org/drawingml/2006/main">
              <a:ext uri="{FF2B5EF4-FFF2-40B4-BE49-F238E27FC236}">
                <a16:creationId xmlns:a16="http://schemas.microsoft.com/office/drawing/2014/main" id="{2F77AB50-FBD1-40F1-9C12-B3F0FC5B8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806"/>
          </a:solidFill>
          <a:ln xmlns:a="http://schemas.openxmlformats.org/drawingml/2006/main" w="9525">
            <a:solidFill>
              <a:srgbClr val="0A1806"/>
            </a:solidFill>
            <a:prstDash val="solid"/>
          </a:ln>
        </p:spPr>
      </p:sp>
      <p:sp>
        <p:nvSpPr>
          <p:cNvPr id="4" name="Прямоугольник 3">
            <a:extLst xmlns:a="http://schemas.openxmlformats.org/drawingml/2006/main">
              <a:ext uri="{FF2B5EF4-FFF2-40B4-BE49-F238E27FC236}">
                <a16:creationId xmlns:a16="http://schemas.microsoft.com/office/drawing/2014/main" id="{04A01391-87B6-4208-B8B8-466F8A75E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70C"/>
          </a:solidFill>
          <a:ln xmlns:a="http://schemas.openxmlformats.org/drawingml/2006/main" w="9525">
            <a:solidFill>
              <a:srgbClr val="0A1806"/>
            </a:solidFill>
            <a:prstDash val="solid"/>
          </a:ln>
        </p:spPr>
      </p:sp>
      <p:sp>
        <p:nvSpPr>
          <p:cNvPr id="5" name="Прямоугольник 4">
            <a:extLst xmlns:a="http://schemas.openxmlformats.org/drawingml/2006/main">
              <a:ext uri="{FF2B5EF4-FFF2-40B4-BE49-F238E27FC236}">
                <a16:creationId xmlns:a16="http://schemas.microsoft.com/office/drawing/2014/main" id="{2DF6CF3F-A2AF-48BB-B41F-DAA50B836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08"/>
          </a:solidFill>
          <a:ln xmlns:a="http://schemas.openxmlformats.org/drawingml/2006/main" w="9525">
            <a:solidFill>
              <a:srgbClr val="0A1806"/>
            </a:solidFill>
            <a:prstDash val="solid"/>
          </a:ln>
        </p:spPr>
      </p:sp>
      <p:sp>
        <p:nvSpPr>
          <p:cNvPr id="6" name="Прямоугольник 5">
            <a:extLst xmlns:a="http://schemas.openxmlformats.org/drawingml/2006/main">
              <a:ext uri="{FF2B5EF4-FFF2-40B4-BE49-F238E27FC236}">
                <a16:creationId xmlns:a16="http://schemas.microsoft.com/office/drawing/2014/main" id="{38ABE835-2321-4236-9C5C-1D303F3EE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806"/>
          </a:solidFill>
          <a:ln xmlns:a="http://schemas.openxmlformats.org/drawingml/2006/main" w="9525">
            <a:solidFill>
              <a:srgbClr val="0A1806"/>
            </a:solidFill>
            <a:prstDash val="solid"/>
          </a:ln>
        </p:spPr>
      </p:sp>
      <p:sp>
        <p:nvSpPr>
          <p:cNvPr id="7" name="Прямоугольник 6">
            <a:extLst xmlns:a="http://schemas.openxmlformats.org/drawingml/2006/main">
              <a:ext uri="{FF2B5EF4-FFF2-40B4-BE49-F238E27FC236}">
                <a16:creationId xmlns:a16="http://schemas.microsoft.com/office/drawing/2014/main" id="{E3A46DF2-59DA-4F65-991B-842F7E251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70C"/>
          </a:solidFill>
          <a:ln xmlns:a="http://schemas.openxmlformats.org/drawingml/2006/main" w="9525">
            <a:solidFill>
              <a:srgbClr val="0A1806"/>
            </a:solidFill>
            <a:prstDash val="solid"/>
          </a:ln>
        </p:spPr>
      </p:sp>
      <p:sp>
        <p:nvSpPr>
          <p:cNvPr id="8" name="Прямоугольник 7">
            <a:extLst xmlns:a="http://schemas.openxmlformats.org/drawingml/2006/main">
              <a:ext uri="{FF2B5EF4-FFF2-40B4-BE49-F238E27FC236}">
                <a16:creationId xmlns:a16="http://schemas.microsoft.com/office/drawing/2014/main" id="{09955038-5C61-4EA9-93FA-FFBD968F1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08"/>
          </a:solidFill>
          <a:ln xmlns:a="http://schemas.openxmlformats.org/drawingml/2006/main" w="9525">
            <a:solidFill>
              <a:srgbClr val="0A1806"/>
            </a:solidFill>
            <a:prstDash val="solid"/>
          </a:ln>
        </p:spPr>
      </p:sp>
      <p:sp>
        <p:nvSpPr>
          <p:cNvPr id="9" name="Прямоугольник 8">
            <a:extLst xmlns:a="http://schemas.openxmlformats.org/drawingml/2006/main">
              <a:ext uri="{FF2B5EF4-FFF2-40B4-BE49-F238E27FC236}">
                <a16:creationId xmlns:a16="http://schemas.microsoft.com/office/drawing/2014/main" id="{DF1D9548-F816-46BD-B6D2-9B55166A3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806"/>
          </a:solidFill>
          <a:ln xmlns:a="http://schemas.openxmlformats.org/drawingml/2006/main" w="9525">
            <a:solidFill>
              <a:srgbClr val="0A1806"/>
            </a:solidFill>
            <a:prstDash val="solid"/>
          </a:ln>
        </p:spPr>
      </p:sp>
      <p:sp>
        <p:nvSpPr>
          <p:cNvPr id="10" name="Прямоугольник 9">
            <a:extLst xmlns:a="http://schemas.openxmlformats.org/drawingml/2006/main">
              <a:ext uri="{FF2B5EF4-FFF2-40B4-BE49-F238E27FC236}">
                <a16:creationId xmlns:a16="http://schemas.microsoft.com/office/drawing/2014/main" id="{0D519730-AD67-4648-8012-35942C3CA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70C"/>
          </a:solidFill>
          <a:ln xmlns:a="http://schemas.openxmlformats.org/drawingml/2006/main" w="9525">
            <a:solidFill>
              <a:srgbClr val="0A1806"/>
            </a:solidFill>
            <a:prstDash val="solid"/>
          </a:ln>
        </p:spPr>
      </p:sp>
      <p:sp>
        <p:nvSpPr>
          <p:cNvPr id="11" name="Прямоугольник 10">
            <a:extLst xmlns:a="http://schemas.openxmlformats.org/drawingml/2006/main">
              <a:ext uri="{FF2B5EF4-FFF2-40B4-BE49-F238E27FC236}">
                <a16:creationId xmlns:a16="http://schemas.microsoft.com/office/drawing/2014/main" id="{C6347C03-33A3-4E2C-94D6-B255A6B2F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08"/>
          </a:solidFill>
          <a:ln xmlns:a="http://schemas.openxmlformats.org/drawingml/2006/main" w="9525">
            <a:solidFill>
              <a:srgbClr val="0A1806"/>
            </a:solidFill>
            <a:prstDash val="solid"/>
          </a:ln>
        </p:spPr>
      </p:sp>
      <p:sp>
        <p:nvSpPr>
          <p:cNvPr id="12" name="Прямоугольник 11">
            <a:extLst xmlns:a="http://schemas.openxmlformats.org/drawingml/2006/main">
              <a:ext uri="{FF2B5EF4-FFF2-40B4-BE49-F238E27FC236}">
                <a16:creationId xmlns:a16="http://schemas.microsoft.com/office/drawing/2014/main" id="{542148EF-CEE6-40D7-8BD1-CBA77FCB9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706">
              <a:alpha val="66667"/>
            </a:srgbClr>
          </a:solidFill>
          <a:ln xmlns:a="http://schemas.openxmlformats.org/drawingml/2006/main" w="9525">
            <a:solidFill>
              <a:srgbClr val="050706"/>
            </a:solidFill>
            <a:prstDash val="solid"/>
          </a:ln>
        </p:spPr>
      </p:sp>
      <p:sp>
        <p:nvSpPr>
          <p:cNvPr id="13" name="Прямоугольник 12">
            <a:extLst xmlns:a="http://schemas.openxmlformats.org/drawingml/2006/main">
              <a:ext uri="{FF2B5EF4-FFF2-40B4-BE49-F238E27FC236}">
                <a16:creationId xmlns:a16="http://schemas.microsoft.com/office/drawing/2014/main" id="{D0A602A8-C59C-40C1-8F1B-0537BAD15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66700"/>
            <a:ext cx="2524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A08"/>
          </a:solidFill>
          <a:ln xmlns:a="http://schemas.openxmlformats.org/drawingml/2006/main" w="9525">
            <a:solidFill>
              <a:srgbClr val="62D218"/>
            </a:solidFill>
            <a:prstDash val="solid"/>
          </a:ln>
        </p:spPr>
      </p:sp>
      <p:sp>
        <p:nvSpPr>
          <p:cNvPr id="14" name="Прямоугольник 13">
            <a:extLst xmlns:a="http://schemas.openxmlformats.org/drawingml/2006/main">
              <a:ext uri="{FF2B5EF4-FFF2-40B4-BE49-F238E27FC236}">
                <a16:creationId xmlns:a16="http://schemas.microsoft.com/office/drawing/2014/main" id="{23683037-40A1-4E9E-A5B8-F57AADAE6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2333625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E8F8DF"/>
                </a:solidFill>
                <a:latin typeface="Arial"/>
                <a:ea typeface="Arial"/>
                <a:cs typeface="Arial"/>
              </a:defRPr>
            </a:pPr>
            <a:r>
              <a:t>ФОРМИРОВАНИЕ ПОТРЕБНОСТИ</a:t>
            </a:r>
          </a:p>
        </p:txBody>
      </p:sp>
      <p:sp>
        <p:nvSpPr>
          <p:cNvPr id="15" name="Прямоугольник 14">
            <a:extLst xmlns:a="http://schemas.openxmlformats.org/drawingml/2006/main">
              <a:ext uri="{FF2B5EF4-FFF2-40B4-BE49-F238E27FC236}">
                <a16:creationId xmlns:a16="http://schemas.microsoft.com/office/drawing/2014/main" id="{A6565500-3338-4AA5-B761-5C7A7B1A1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85750"/>
            <a:ext cx="428625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B7C1B7"/>
                </a:solidFill>
                <a:latin typeface="Arial"/>
                <a:ea typeface="Arial"/>
                <a:cs typeface="Arial"/>
              </a:defRPr>
            </a:pPr>
            <a:r>
              <a:t>04</a:t>
            </a:r>
          </a:p>
        </p:txBody>
      </p:sp>
      <p:sp>
        <p:nvSpPr>
          <p:cNvPr id="16" name="Прямоугольник 15">
            <a:extLst xmlns:a="http://schemas.openxmlformats.org/drawingml/2006/main">
              <a:ext uri="{FF2B5EF4-FFF2-40B4-BE49-F238E27FC236}">
                <a16:creationId xmlns:a16="http://schemas.microsoft.com/office/drawing/2014/main" id="{D0876248-6361-4E51-B71C-95E5F4520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110490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ЗАДАЧА ЭТАПА</a:t>
            </a:r>
          </a:p>
        </p:txBody>
      </p:sp>
      <p:sp>
        <p:nvSpPr>
          <p:cNvPr id="17" name="Прямоугольник 16">
            <a:extLst xmlns:a="http://schemas.openxmlformats.org/drawingml/2006/main">
              <a:ext uri="{FF2B5EF4-FFF2-40B4-BE49-F238E27FC236}">
                <a16:creationId xmlns:a16="http://schemas.microsoft.com/office/drawing/2014/main" id="{7B75731A-46EC-4CDF-B4FD-50F0918FF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52625"/>
            <a:ext cx="3381375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0C"/>
          </a:solidFill>
          <a:ln xmlns:a="http://schemas.openxmlformats.org/drawingml/2006/main" w="9525">
            <a:solidFill>
              <a:srgbClr val="325A20"/>
            </a:solidFill>
            <a:prstDash val="solid"/>
          </a:ln>
        </p:spPr>
      </p:sp>
      <p:sp>
        <p:nvSpPr>
          <p:cNvPr id="18" name="Прямоугольник 17">
            <a:extLst xmlns:a="http://schemas.openxmlformats.org/drawingml/2006/main">
              <a:ext uri="{FF2B5EF4-FFF2-40B4-BE49-F238E27FC236}">
                <a16:creationId xmlns:a16="http://schemas.microsoft.com/office/drawing/2014/main" id="{506B5779-334B-44A4-A4EB-4F83E62C9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124075"/>
            <a:ext cx="2962275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ДЛЯ ЧЕГО НУЖЕН</a:t>
            </a:r>
          </a:p>
        </p:txBody>
      </p:sp>
      <p:sp>
        <p:nvSpPr>
          <p:cNvPr id="19" name="Прямоугольник 18">
            <a:extLst xmlns:a="http://schemas.openxmlformats.org/drawingml/2006/main">
              <a:ext uri="{FF2B5EF4-FFF2-40B4-BE49-F238E27FC236}">
                <a16:creationId xmlns:a16="http://schemas.microsoft.com/office/drawing/2014/main" id="{0C219DB8-4503-44A8-AA5D-E9F72F205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543175"/>
            <a:ext cx="2962275" cy="2209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B7C1B7"/>
                </a:solidFill>
                <a:latin typeface="Arial"/>
                <a:ea typeface="Arial"/>
                <a:cs typeface="Arial"/>
              </a:defRPr>
            </a:pPr>
            <a:r>
              <a:t>Чтобы клиент увидел проблему, понял её влияние на бизнес и осознал необходимость её решения.</a:t>
            </a:r>
          </a:p>
        </p:txBody>
      </p:sp>
      <p:sp>
        <p:nvSpPr>
          <p:cNvPr id="20" name="Прямоугольник 19">
            <a:extLst xmlns:a="http://schemas.openxmlformats.org/drawingml/2006/main">
              <a:ext uri="{FF2B5EF4-FFF2-40B4-BE49-F238E27FC236}">
                <a16:creationId xmlns:a16="http://schemas.microsoft.com/office/drawing/2014/main" id="{342D3454-3C6E-4E2B-84D4-ADD284896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952625"/>
            <a:ext cx="3381375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0C"/>
          </a:solidFill>
          <a:ln xmlns:a="http://schemas.openxmlformats.org/drawingml/2006/main" w="9525">
            <a:solidFill>
              <a:srgbClr val="325A20"/>
            </a:solidFill>
            <a:prstDash val="solid"/>
          </a:ln>
        </p:spPr>
      </p:sp>
      <p:sp>
        <p:nvSpPr>
          <p:cNvPr id="21" name="Прямоугольник 20">
            <a:extLst xmlns:a="http://schemas.openxmlformats.org/drawingml/2006/main">
              <a:ext uri="{FF2B5EF4-FFF2-40B4-BE49-F238E27FC236}">
                <a16:creationId xmlns:a16="http://schemas.microsoft.com/office/drawing/2014/main" id="{6EFA4CB3-0A75-454E-BAB2-6B2C13A21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124075"/>
            <a:ext cx="2962275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ЧТО ПРОИСХОДИТ</a:t>
            </a:r>
          </a:p>
        </p:txBody>
      </p:sp>
      <p:sp>
        <p:nvSpPr>
          <p:cNvPr id="22" name="Прямоугольник 21">
            <a:extLst xmlns:a="http://schemas.openxmlformats.org/drawingml/2006/main">
              <a:ext uri="{FF2B5EF4-FFF2-40B4-BE49-F238E27FC236}">
                <a16:creationId xmlns:a16="http://schemas.microsoft.com/office/drawing/2014/main" id="{E65AEE60-C3C1-494C-873E-FA5949345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543175"/>
            <a:ext cx="2962275" cy="2209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B7C1B7"/>
                </a:solidFill>
                <a:latin typeface="Arial"/>
                <a:ea typeface="Arial"/>
                <a:cs typeface="Arial"/>
              </a:defRPr>
            </a:pPr>
            <a:r>
              <a:t>Клиент может не замечать проблему, не понимать её последствий или не считать решение приоритетным.</a:t>
            </a:r>
          </a:p>
        </p:txBody>
      </p:sp>
      <p:sp>
        <p:nvSpPr>
          <p:cNvPr id="23" name="Прямоугольник 22">
            <a:extLst xmlns:a="http://schemas.openxmlformats.org/drawingml/2006/main">
              <a:ext uri="{FF2B5EF4-FFF2-40B4-BE49-F238E27FC236}">
                <a16:creationId xmlns:a16="http://schemas.microsoft.com/office/drawing/2014/main" id="{055F8695-5D12-47AB-9E1E-F4237F6F9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952625"/>
            <a:ext cx="3762375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0C"/>
          </a:solidFill>
          <a:ln xmlns:a="http://schemas.openxmlformats.org/drawingml/2006/main" w="9525">
            <a:solidFill>
              <a:srgbClr val="325A20"/>
            </a:solidFill>
            <a:prstDash val="solid"/>
          </a:ln>
        </p:spPr>
      </p:sp>
      <p:sp>
        <p:nvSpPr>
          <p:cNvPr id="24" name="Прямоугольник 23">
            <a:extLst xmlns:a="http://schemas.openxmlformats.org/drawingml/2006/main">
              <a:ext uri="{FF2B5EF4-FFF2-40B4-BE49-F238E27FC236}">
                <a16:creationId xmlns:a16="http://schemas.microsoft.com/office/drawing/2014/main" id="{4481643C-164E-4576-8C62-EBB3642BC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2124075"/>
            <a:ext cx="3343275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К КАКОМУ СОСТОЯНИЮ ВЕДЁМ</a:t>
            </a:r>
          </a:p>
        </p:txBody>
      </p:sp>
      <p:sp>
        <p:nvSpPr>
          <p:cNvPr id="25" name="Прямоугольник 24">
            <a:extLst xmlns:a="http://schemas.openxmlformats.org/drawingml/2006/main">
              <a:ext uri="{FF2B5EF4-FFF2-40B4-BE49-F238E27FC236}">
                <a16:creationId xmlns:a16="http://schemas.microsoft.com/office/drawing/2014/main" id="{256AD502-3144-42A2-BFC3-F92287989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2543175"/>
            <a:ext cx="3343275" cy="2209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B7C1B7"/>
                </a:solidFill>
                <a:latin typeface="Arial"/>
                <a:ea typeface="Arial"/>
                <a:cs typeface="Arial"/>
              </a:defRPr>
            </a:pPr>
            <a:r>
              <a:t>«Я вижу проблему, понимаю её последствия и хочу узнать, как её можно решить».</a:t>
            </a:r>
          </a:p>
        </p:txBody>
      </p:sp>
    </p:spTree>
    <p:extLst>
      <p:ext uri="{BB962C8B-B14F-4D97-AF65-F5344CB8AC3E}">
        <p14:creationId xmlns:p14="http://schemas.microsoft.com/office/powerpoint/2010/main" val="15137539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5070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Прямоугольник 26">
            <a:extLst xmlns:a="http://schemas.openxmlformats.org/drawingml/2006/main">
              <a:ext uri="{FF2B5EF4-FFF2-40B4-BE49-F238E27FC236}">
                <a16:creationId xmlns:a16="http://schemas.microsoft.com/office/drawing/2014/main" id="{E98AFCB4-9A27-4706-9C8F-B175EEED8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70C"/>
          </a:solidFill>
          <a:ln xmlns:a="http://schemas.openxmlformats.org/drawingml/2006/main" w="9525">
            <a:solidFill>
              <a:srgbClr val="0A1806"/>
            </a:solidFill>
            <a:prstDash val="solid"/>
          </a:ln>
        </p:spPr>
      </p:sp>
      <p:sp>
        <p:nvSpPr>
          <p:cNvPr id="2" name="Прямоугольник 1">
            <a:extLst xmlns:a="http://schemas.openxmlformats.org/drawingml/2006/main">
              <a:ext uri="{FF2B5EF4-FFF2-40B4-BE49-F238E27FC236}">
                <a16:creationId xmlns:a16="http://schemas.microsoft.com/office/drawing/2014/main" id="{4EF2C16B-0D23-41FA-B3F4-F2D1F3E2F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08"/>
          </a:solidFill>
          <a:ln xmlns:a="http://schemas.openxmlformats.org/drawingml/2006/main" w="9525">
            <a:solidFill>
              <a:srgbClr val="0A1806"/>
            </a:solidFill>
            <a:prstDash val="solid"/>
          </a:ln>
        </p:spPr>
      </p:sp>
      <p:sp>
        <p:nvSpPr>
          <p:cNvPr id="3" name="Прямоугольник 2">
            <a:extLst xmlns:a="http://schemas.openxmlformats.org/drawingml/2006/main">
              <a:ext uri="{FF2B5EF4-FFF2-40B4-BE49-F238E27FC236}">
                <a16:creationId xmlns:a16="http://schemas.microsoft.com/office/drawing/2014/main" id="{3159D535-2C6D-4E65-B918-A010A91BB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806"/>
          </a:solidFill>
          <a:ln xmlns:a="http://schemas.openxmlformats.org/drawingml/2006/main" w="9525">
            <a:solidFill>
              <a:srgbClr val="0A1806"/>
            </a:solidFill>
            <a:prstDash val="solid"/>
          </a:ln>
        </p:spPr>
      </p:sp>
      <p:sp>
        <p:nvSpPr>
          <p:cNvPr id="4" name="Прямоугольник 3">
            <a:extLst xmlns:a="http://schemas.openxmlformats.org/drawingml/2006/main">
              <a:ext uri="{FF2B5EF4-FFF2-40B4-BE49-F238E27FC236}">
                <a16:creationId xmlns:a16="http://schemas.microsoft.com/office/drawing/2014/main" id="{8CE0A616-DBB8-4C1E-939E-EDAB5A1C1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70C"/>
          </a:solidFill>
          <a:ln xmlns:a="http://schemas.openxmlformats.org/drawingml/2006/main" w="9525">
            <a:solidFill>
              <a:srgbClr val="0A1806"/>
            </a:solidFill>
            <a:prstDash val="solid"/>
          </a:ln>
        </p:spPr>
      </p:sp>
      <p:sp>
        <p:nvSpPr>
          <p:cNvPr id="5" name="Прямоугольник 4">
            <a:extLst xmlns:a="http://schemas.openxmlformats.org/drawingml/2006/main">
              <a:ext uri="{FF2B5EF4-FFF2-40B4-BE49-F238E27FC236}">
                <a16:creationId xmlns:a16="http://schemas.microsoft.com/office/drawing/2014/main" id="{05A408AC-E909-4F4E-B80A-324833FA0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08"/>
          </a:solidFill>
          <a:ln xmlns:a="http://schemas.openxmlformats.org/drawingml/2006/main" w="9525">
            <a:solidFill>
              <a:srgbClr val="0A1806"/>
            </a:solidFill>
            <a:prstDash val="solid"/>
          </a:ln>
        </p:spPr>
      </p:sp>
      <p:sp>
        <p:nvSpPr>
          <p:cNvPr id="6" name="Прямоугольник 5">
            <a:extLst xmlns:a="http://schemas.openxmlformats.org/drawingml/2006/main">
              <a:ext uri="{FF2B5EF4-FFF2-40B4-BE49-F238E27FC236}">
                <a16:creationId xmlns:a16="http://schemas.microsoft.com/office/drawing/2014/main" id="{C2C55FC4-27D9-4B10-8F86-C07BE8FE8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806"/>
          </a:solidFill>
          <a:ln xmlns:a="http://schemas.openxmlformats.org/drawingml/2006/main" w="9525">
            <a:solidFill>
              <a:srgbClr val="0A1806"/>
            </a:solidFill>
            <a:prstDash val="solid"/>
          </a:ln>
        </p:spPr>
      </p:sp>
      <p:sp>
        <p:nvSpPr>
          <p:cNvPr id="7" name="Прямоугольник 6">
            <a:extLst xmlns:a="http://schemas.openxmlformats.org/drawingml/2006/main">
              <a:ext uri="{FF2B5EF4-FFF2-40B4-BE49-F238E27FC236}">
                <a16:creationId xmlns:a16="http://schemas.microsoft.com/office/drawing/2014/main" id="{11DF43DC-9468-423C-A789-373844157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70C"/>
          </a:solidFill>
          <a:ln xmlns:a="http://schemas.openxmlformats.org/drawingml/2006/main" w="9525">
            <a:solidFill>
              <a:srgbClr val="0A1806"/>
            </a:solidFill>
            <a:prstDash val="solid"/>
          </a:ln>
        </p:spPr>
      </p:sp>
      <p:sp>
        <p:nvSpPr>
          <p:cNvPr id="8" name="Прямоугольник 7">
            <a:extLst xmlns:a="http://schemas.openxmlformats.org/drawingml/2006/main">
              <a:ext uri="{FF2B5EF4-FFF2-40B4-BE49-F238E27FC236}">
                <a16:creationId xmlns:a16="http://schemas.microsoft.com/office/drawing/2014/main" id="{E1B3B692-1442-4A64-AECF-1F0977C35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08"/>
          </a:solidFill>
          <a:ln xmlns:a="http://schemas.openxmlformats.org/drawingml/2006/main" w="9525">
            <a:solidFill>
              <a:srgbClr val="0A1806"/>
            </a:solidFill>
            <a:prstDash val="solid"/>
          </a:ln>
        </p:spPr>
      </p:sp>
      <p:sp>
        <p:nvSpPr>
          <p:cNvPr id="9" name="Прямоугольник 8">
            <a:extLst xmlns:a="http://schemas.openxmlformats.org/drawingml/2006/main">
              <a:ext uri="{FF2B5EF4-FFF2-40B4-BE49-F238E27FC236}">
                <a16:creationId xmlns:a16="http://schemas.microsoft.com/office/drawing/2014/main" id="{D0F0F26E-5F00-4888-9F24-F8ED4B6CB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806"/>
          </a:solidFill>
          <a:ln xmlns:a="http://schemas.openxmlformats.org/drawingml/2006/main" w="9525">
            <a:solidFill>
              <a:srgbClr val="0A1806"/>
            </a:solidFill>
            <a:prstDash val="solid"/>
          </a:ln>
        </p:spPr>
      </p:sp>
      <p:sp>
        <p:nvSpPr>
          <p:cNvPr id="10" name="Прямоугольник 9">
            <a:extLst xmlns:a="http://schemas.openxmlformats.org/drawingml/2006/main">
              <a:ext uri="{FF2B5EF4-FFF2-40B4-BE49-F238E27FC236}">
                <a16:creationId xmlns:a16="http://schemas.microsoft.com/office/drawing/2014/main" id="{6DA0A083-8813-4286-BE48-85EB92EEE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70C"/>
          </a:solidFill>
          <a:ln xmlns:a="http://schemas.openxmlformats.org/drawingml/2006/main" w="9525">
            <a:solidFill>
              <a:srgbClr val="0A1806"/>
            </a:solidFill>
            <a:prstDash val="solid"/>
          </a:ln>
        </p:spPr>
      </p:sp>
      <p:sp>
        <p:nvSpPr>
          <p:cNvPr id="11" name="Прямоугольник 10">
            <a:extLst xmlns:a="http://schemas.openxmlformats.org/drawingml/2006/main">
              <a:ext uri="{FF2B5EF4-FFF2-40B4-BE49-F238E27FC236}">
                <a16:creationId xmlns:a16="http://schemas.microsoft.com/office/drawing/2014/main" id="{74603AAF-701C-473D-87E6-4197D7715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08"/>
          </a:solidFill>
          <a:ln xmlns:a="http://schemas.openxmlformats.org/drawingml/2006/main" w="9525">
            <a:solidFill>
              <a:srgbClr val="0A1806"/>
            </a:solidFill>
            <a:prstDash val="solid"/>
          </a:ln>
        </p:spPr>
      </p:sp>
      <p:sp>
        <p:nvSpPr>
          <p:cNvPr id="12" name="Прямоугольник 11">
            <a:extLst xmlns:a="http://schemas.openxmlformats.org/drawingml/2006/main">
              <a:ext uri="{FF2B5EF4-FFF2-40B4-BE49-F238E27FC236}">
                <a16:creationId xmlns:a16="http://schemas.microsoft.com/office/drawing/2014/main" id="{D524B17D-79AB-4DCF-BAE5-55AD2DC29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706">
              <a:alpha val="66667"/>
            </a:srgbClr>
          </a:solidFill>
          <a:ln xmlns:a="http://schemas.openxmlformats.org/drawingml/2006/main" w="9525">
            <a:solidFill>
              <a:srgbClr val="050706"/>
            </a:solidFill>
            <a:prstDash val="solid"/>
          </a:ln>
        </p:spPr>
      </p:sp>
      <p:sp>
        <p:nvSpPr>
          <p:cNvPr id="13" name="Прямоугольник 12">
            <a:extLst xmlns:a="http://schemas.openxmlformats.org/drawingml/2006/main">
              <a:ext uri="{FF2B5EF4-FFF2-40B4-BE49-F238E27FC236}">
                <a16:creationId xmlns:a16="http://schemas.microsoft.com/office/drawing/2014/main" id="{40C61C87-962C-4558-9B82-4D26F7B24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66700"/>
            <a:ext cx="2524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A08"/>
          </a:solidFill>
          <a:ln xmlns:a="http://schemas.openxmlformats.org/drawingml/2006/main" w="9525">
            <a:solidFill>
              <a:srgbClr val="62D218"/>
            </a:solidFill>
            <a:prstDash val="solid"/>
          </a:ln>
        </p:spPr>
      </p:sp>
      <p:sp>
        <p:nvSpPr>
          <p:cNvPr id="14" name="Прямоугольник 13">
            <a:extLst xmlns:a="http://schemas.openxmlformats.org/drawingml/2006/main">
              <a:ext uri="{FF2B5EF4-FFF2-40B4-BE49-F238E27FC236}">
                <a16:creationId xmlns:a16="http://schemas.microsoft.com/office/drawing/2014/main" id="{A7B8FC9B-6ED7-4654-90E7-80CC1B759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2333625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E8F8DF"/>
                </a:solidFill>
                <a:latin typeface="Arial"/>
                <a:ea typeface="Arial"/>
                <a:cs typeface="Arial"/>
              </a:defRPr>
            </a:pPr>
            <a:r>
              <a:t>ФОРМИРОВАНИЕ ПОТРЕБНОСТИ</a:t>
            </a:r>
          </a:p>
        </p:txBody>
      </p:sp>
      <p:sp>
        <p:nvSpPr>
          <p:cNvPr id="15" name="Прямоугольник 14">
            <a:extLst xmlns:a="http://schemas.openxmlformats.org/drawingml/2006/main">
              <a:ext uri="{FF2B5EF4-FFF2-40B4-BE49-F238E27FC236}">
                <a16:creationId xmlns:a16="http://schemas.microsoft.com/office/drawing/2014/main" id="{1EC17CD8-9376-419E-AEC0-CED3508AC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85750"/>
            <a:ext cx="428625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B7C1B7"/>
                </a:solidFill>
                <a:latin typeface="Arial"/>
                <a:ea typeface="Arial"/>
                <a:cs typeface="Arial"/>
              </a:defRPr>
            </a:pPr>
            <a:r>
              <a:t>05</a:t>
            </a:r>
          </a:p>
        </p:txBody>
      </p:sp>
      <p:sp>
        <p:nvSpPr>
          <p:cNvPr id="16" name="Прямоугольник 15">
            <a:extLst xmlns:a="http://schemas.openxmlformats.org/drawingml/2006/main">
              <a:ext uri="{FF2B5EF4-FFF2-40B4-BE49-F238E27FC236}">
                <a16:creationId xmlns:a16="http://schemas.microsoft.com/office/drawing/2014/main" id="{8FB6205E-594E-46CA-AE0F-80922132B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110490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ПРАВИЛА И ПРИНЦИПЫ</a:t>
            </a:r>
          </a:p>
        </p:txBody>
      </p:sp>
      <p:sp>
        <p:nvSpPr>
          <p:cNvPr id="17" name="Прямоугольник 16">
            <a:extLst xmlns:a="http://schemas.openxmlformats.org/drawingml/2006/main">
              <a:ext uri="{FF2B5EF4-FFF2-40B4-BE49-F238E27FC236}">
                <a16:creationId xmlns:a16="http://schemas.microsoft.com/office/drawing/2014/main" id="{C3ABE506-C64F-4C7D-B189-3D0D7FDDB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52625"/>
            <a:ext cx="4572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62D218"/>
                </a:solidFill>
                <a:latin typeface="Arial"/>
                <a:ea typeface="Arial"/>
                <a:cs typeface="Arial"/>
              </a:defRPr>
            </a:pPr>
            <a:r>
              <a:t>1</a:t>
            </a:r>
          </a:p>
        </p:txBody>
      </p:sp>
      <p:sp>
        <p:nvSpPr>
          <p:cNvPr id="18" name="Прямоугольник 17">
            <a:extLst xmlns:a="http://schemas.openxmlformats.org/drawingml/2006/main">
              <a:ext uri="{FF2B5EF4-FFF2-40B4-BE49-F238E27FC236}">
                <a16:creationId xmlns:a16="http://schemas.microsoft.com/office/drawing/2014/main" id="{9EA4A41E-BAE5-456B-BD28-F226C621F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1952625"/>
            <a:ext cx="97155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Опираться на конкретные факты из карточки.</a:t>
            </a:r>
          </a:p>
        </p:txBody>
      </p:sp>
      <p:sp>
        <p:nvSpPr>
          <p:cNvPr id="19" name="Прямоугольник 18">
            <a:extLst xmlns:a="http://schemas.openxmlformats.org/drawingml/2006/main">
              <a:ext uri="{FF2B5EF4-FFF2-40B4-BE49-F238E27FC236}">
                <a16:creationId xmlns:a16="http://schemas.microsoft.com/office/drawing/2014/main" id="{92C593E4-7AAF-43D8-B7E5-96B68E41A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95575"/>
            <a:ext cx="4572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62D218"/>
                </a:solidFill>
                <a:latin typeface="Arial"/>
                <a:ea typeface="Arial"/>
                <a:cs typeface="Arial"/>
              </a:defRPr>
            </a:pPr>
            <a:r>
              <a:t>2</a:t>
            </a:r>
          </a:p>
        </p:txBody>
      </p:sp>
      <p:sp>
        <p:nvSpPr>
          <p:cNvPr id="20" name="Прямоугольник 19">
            <a:extLst xmlns:a="http://schemas.openxmlformats.org/drawingml/2006/main">
              <a:ext uri="{FF2B5EF4-FFF2-40B4-BE49-F238E27FC236}">
                <a16:creationId xmlns:a16="http://schemas.microsoft.com/office/drawing/2014/main" id="{731B63BA-C1F6-4F8E-B1A1-2F7CFBAD0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695575"/>
            <a:ext cx="97155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Не запугивать клиента и не придумывать потери.</a:t>
            </a:r>
          </a:p>
        </p:txBody>
      </p:sp>
      <p:sp>
        <p:nvSpPr>
          <p:cNvPr id="21" name="Прямоугольник 20">
            <a:extLst xmlns:a="http://schemas.openxmlformats.org/drawingml/2006/main">
              <a:ext uri="{FF2B5EF4-FFF2-40B4-BE49-F238E27FC236}">
                <a16:creationId xmlns:a16="http://schemas.microsoft.com/office/drawing/2014/main" id="{509C1D3A-7AE7-4F3C-9919-174928B47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38525"/>
            <a:ext cx="4572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62D218"/>
                </a:solidFill>
                <a:latin typeface="Arial"/>
                <a:ea typeface="Arial"/>
                <a:cs typeface="Arial"/>
              </a:defRPr>
            </a:pPr>
            <a:r>
              <a:t>3</a:t>
            </a:r>
          </a:p>
        </p:txBody>
      </p:sp>
      <p:sp>
        <p:nvSpPr>
          <p:cNvPr id="22" name="Прямоугольник 21">
            <a:extLst xmlns:a="http://schemas.openxmlformats.org/drawingml/2006/main">
              <a:ext uri="{FF2B5EF4-FFF2-40B4-BE49-F238E27FC236}">
                <a16:creationId xmlns:a16="http://schemas.microsoft.com/office/drawing/2014/main" id="{7526DD09-F481-42EB-B3E7-52FEBE602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438525"/>
            <a:ext cx="97155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Показывать проблему через поведение потенциальных клиентов.</a:t>
            </a:r>
          </a:p>
        </p:txBody>
      </p:sp>
      <p:sp>
        <p:nvSpPr>
          <p:cNvPr id="23" name="Прямоугольник 22">
            <a:extLst xmlns:a="http://schemas.openxmlformats.org/drawingml/2006/main">
              <a:ext uri="{FF2B5EF4-FFF2-40B4-BE49-F238E27FC236}">
                <a16:creationId xmlns:a16="http://schemas.microsoft.com/office/drawing/2014/main" id="{A51DFF93-333B-4732-BDDE-043D9D449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81475"/>
            <a:ext cx="4572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62D218"/>
                </a:solidFill>
                <a:latin typeface="Arial"/>
                <a:ea typeface="Arial"/>
                <a:cs typeface="Arial"/>
              </a:defRPr>
            </a:pPr>
            <a:r>
              <a:t>4</a:t>
            </a:r>
          </a:p>
        </p:txBody>
      </p:sp>
      <p:sp>
        <p:nvSpPr>
          <p:cNvPr id="24" name="Прямоугольник 23">
            <a:extLst xmlns:a="http://schemas.openxmlformats.org/drawingml/2006/main">
              <a:ext uri="{FF2B5EF4-FFF2-40B4-BE49-F238E27FC236}">
                <a16:creationId xmlns:a16="http://schemas.microsoft.com/office/drawing/2014/main" id="{62D96573-5AF9-4335-81EF-8886D0171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181475"/>
            <a:ext cx="97155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Задавать вопросы и получать реакцию клиента.</a:t>
            </a:r>
          </a:p>
        </p:txBody>
      </p:sp>
      <p:sp>
        <p:nvSpPr>
          <p:cNvPr id="25" name="Прямоугольник 24">
            <a:extLst xmlns:a="http://schemas.openxmlformats.org/drawingml/2006/main">
              <a:ext uri="{FF2B5EF4-FFF2-40B4-BE49-F238E27FC236}">
                <a16:creationId xmlns:a16="http://schemas.microsoft.com/office/drawing/2014/main" id="{39F8704A-0D1E-436E-898E-3A9E5C6FE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24425"/>
            <a:ext cx="4572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62D218"/>
                </a:solidFill>
                <a:latin typeface="Arial"/>
                <a:ea typeface="Arial"/>
                <a:cs typeface="Arial"/>
              </a:defRPr>
            </a:pPr>
            <a:r>
              <a:t>5</a:t>
            </a:r>
          </a:p>
        </p:txBody>
      </p:sp>
      <p:sp>
        <p:nvSpPr>
          <p:cNvPr id="26" name="Прямоугольник 25">
            <a:extLst xmlns:a="http://schemas.openxmlformats.org/drawingml/2006/main">
              <a:ext uri="{FF2B5EF4-FFF2-40B4-BE49-F238E27FC236}">
                <a16:creationId xmlns:a16="http://schemas.microsoft.com/office/drawing/2014/main" id="{C93F9C33-D1F1-481D-B0EC-B4B862F1C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924425"/>
            <a:ext cx="97155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Не переходить к презентации, пока клиент не признал проблему.</a:t>
            </a:r>
          </a:p>
        </p:txBody>
      </p:sp>
    </p:spTree>
    <p:extLst>
      <p:ext uri="{BB962C8B-B14F-4D97-AF65-F5344CB8AC3E}">
        <p14:creationId xmlns:p14="http://schemas.microsoft.com/office/powerpoint/2010/main" val="173891766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5070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Прямоугольник 28">
            <a:extLst xmlns:a="http://schemas.openxmlformats.org/drawingml/2006/main">
              <a:ext uri="{FF2B5EF4-FFF2-40B4-BE49-F238E27FC236}">
                <a16:creationId xmlns:a16="http://schemas.microsoft.com/office/drawing/2014/main" id="{232075BF-98F1-4ED3-B922-B2FA5989A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70C"/>
          </a:solidFill>
          <a:ln xmlns:a="http://schemas.openxmlformats.org/drawingml/2006/main" w="9525">
            <a:solidFill>
              <a:srgbClr val="0A1806"/>
            </a:solidFill>
            <a:prstDash val="solid"/>
          </a:ln>
        </p:spPr>
      </p:sp>
      <p:sp>
        <p:nvSpPr>
          <p:cNvPr id="2" name="Прямоугольник 1">
            <a:extLst xmlns:a="http://schemas.openxmlformats.org/drawingml/2006/main">
              <a:ext uri="{FF2B5EF4-FFF2-40B4-BE49-F238E27FC236}">
                <a16:creationId xmlns:a16="http://schemas.microsoft.com/office/drawing/2014/main" id="{D5B4C317-3368-4831-8135-D5EC48114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08"/>
          </a:solidFill>
          <a:ln xmlns:a="http://schemas.openxmlformats.org/drawingml/2006/main" w="9525">
            <a:solidFill>
              <a:srgbClr val="0A1806"/>
            </a:solidFill>
            <a:prstDash val="solid"/>
          </a:ln>
        </p:spPr>
      </p:sp>
      <p:sp>
        <p:nvSpPr>
          <p:cNvPr id="3" name="Прямоугольник 2">
            <a:extLst xmlns:a="http://schemas.openxmlformats.org/drawingml/2006/main">
              <a:ext uri="{FF2B5EF4-FFF2-40B4-BE49-F238E27FC236}">
                <a16:creationId xmlns:a16="http://schemas.microsoft.com/office/drawing/2014/main" id="{BE498227-9D9F-487C-AAB9-2E0C62BC5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806"/>
          </a:solidFill>
          <a:ln xmlns:a="http://schemas.openxmlformats.org/drawingml/2006/main" w="9525">
            <a:solidFill>
              <a:srgbClr val="0A1806"/>
            </a:solidFill>
            <a:prstDash val="solid"/>
          </a:ln>
        </p:spPr>
      </p:sp>
      <p:sp>
        <p:nvSpPr>
          <p:cNvPr id="4" name="Прямоугольник 3">
            <a:extLst xmlns:a="http://schemas.openxmlformats.org/drawingml/2006/main">
              <a:ext uri="{FF2B5EF4-FFF2-40B4-BE49-F238E27FC236}">
                <a16:creationId xmlns:a16="http://schemas.microsoft.com/office/drawing/2014/main" id="{867CD0E7-4044-4611-B3B3-282CACBE7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70C"/>
          </a:solidFill>
          <a:ln xmlns:a="http://schemas.openxmlformats.org/drawingml/2006/main" w="9525">
            <a:solidFill>
              <a:srgbClr val="0A1806"/>
            </a:solidFill>
            <a:prstDash val="solid"/>
          </a:ln>
        </p:spPr>
      </p:sp>
      <p:sp>
        <p:nvSpPr>
          <p:cNvPr id="5" name="Прямоугольник 4">
            <a:extLst xmlns:a="http://schemas.openxmlformats.org/drawingml/2006/main">
              <a:ext uri="{FF2B5EF4-FFF2-40B4-BE49-F238E27FC236}">
                <a16:creationId xmlns:a16="http://schemas.microsoft.com/office/drawing/2014/main" id="{DEF9652E-29F7-4798-A7B7-286009C8C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08"/>
          </a:solidFill>
          <a:ln xmlns:a="http://schemas.openxmlformats.org/drawingml/2006/main" w="9525">
            <a:solidFill>
              <a:srgbClr val="0A1806"/>
            </a:solidFill>
            <a:prstDash val="solid"/>
          </a:ln>
        </p:spPr>
      </p:sp>
      <p:sp>
        <p:nvSpPr>
          <p:cNvPr id="6" name="Прямоугольник 5">
            <a:extLst xmlns:a="http://schemas.openxmlformats.org/drawingml/2006/main">
              <a:ext uri="{FF2B5EF4-FFF2-40B4-BE49-F238E27FC236}">
                <a16:creationId xmlns:a16="http://schemas.microsoft.com/office/drawing/2014/main" id="{2320E032-B4E2-4583-8376-C445F92B5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806"/>
          </a:solidFill>
          <a:ln xmlns:a="http://schemas.openxmlformats.org/drawingml/2006/main" w="9525">
            <a:solidFill>
              <a:srgbClr val="0A1806"/>
            </a:solidFill>
            <a:prstDash val="solid"/>
          </a:ln>
        </p:spPr>
      </p:sp>
      <p:sp>
        <p:nvSpPr>
          <p:cNvPr id="7" name="Прямоугольник 6">
            <a:extLst xmlns:a="http://schemas.openxmlformats.org/drawingml/2006/main">
              <a:ext uri="{FF2B5EF4-FFF2-40B4-BE49-F238E27FC236}">
                <a16:creationId xmlns:a16="http://schemas.microsoft.com/office/drawing/2014/main" id="{4AE354EE-3321-4ED3-9702-EE4DBDFA4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70C"/>
          </a:solidFill>
          <a:ln xmlns:a="http://schemas.openxmlformats.org/drawingml/2006/main" w="9525">
            <a:solidFill>
              <a:srgbClr val="0A1806"/>
            </a:solidFill>
            <a:prstDash val="solid"/>
          </a:ln>
        </p:spPr>
      </p:sp>
      <p:sp>
        <p:nvSpPr>
          <p:cNvPr id="8" name="Прямоугольник 7">
            <a:extLst xmlns:a="http://schemas.openxmlformats.org/drawingml/2006/main">
              <a:ext uri="{FF2B5EF4-FFF2-40B4-BE49-F238E27FC236}">
                <a16:creationId xmlns:a16="http://schemas.microsoft.com/office/drawing/2014/main" id="{E2044C57-EE7F-4F77-8159-16D1B56F4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08"/>
          </a:solidFill>
          <a:ln xmlns:a="http://schemas.openxmlformats.org/drawingml/2006/main" w="9525">
            <a:solidFill>
              <a:srgbClr val="0A1806"/>
            </a:solidFill>
            <a:prstDash val="solid"/>
          </a:ln>
        </p:spPr>
      </p:sp>
      <p:sp>
        <p:nvSpPr>
          <p:cNvPr id="9" name="Прямоугольник 8">
            <a:extLst xmlns:a="http://schemas.openxmlformats.org/drawingml/2006/main">
              <a:ext uri="{FF2B5EF4-FFF2-40B4-BE49-F238E27FC236}">
                <a16:creationId xmlns:a16="http://schemas.microsoft.com/office/drawing/2014/main" id="{5ED904E5-61CB-41E6-A139-098E8FA71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806"/>
          </a:solidFill>
          <a:ln xmlns:a="http://schemas.openxmlformats.org/drawingml/2006/main" w="9525">
            <a:solidFill>
              <a:srgbClr val="0A1806"/>
            </a:solidFill>
            <a:prstDash val="solid"/>
          </a:ln>
        </p:spPr>
      </p:sp>
      <p:sp>
        <p:nvSpPr>
          <p:cNvPr id="10" name="Прямоугольник 9">
            <a:extLst xmlns:a="http://schemas.openxmlformats.org/drawingml/2006/main">
              <a:ext uri="{FF2B5EF4-FFF2-40B4-BE49-F238E27FC236}">
                <a16:creationId xmlns:a16="http://schemas.microsoft.com/office/drawing/2014/main" id="{E51F9C2A-4298-41DD-BA07-B849FDDE4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70C"/>
          </a:solidFill>
          <a:ln xmlns:a="http://schemas.openxmlformats.org/drawingml/2006/main" w="9525">
            <a:solidFill>
              <a:srgbClr val="0A1806"/>
            </a:solidFill>
            <a:prstDash val="solid"/>
          </a:ln>
        </p:spPr>
      </p:sp>
      <p:sp>
        <p:nvSpPr>
          <p:cNvPr id="11" name="Прямоугольник 10">
            <a:extLst xmlns:a="http://schemas.openxmlformats.org/drawingml/2006/main">
              <a:ext uri="{FF2B5EF4-FFF2-40B4-BE49-F238E27FC236}">
                <a16:creationId xmlns:a16="http://schemas.microsoft.com/office/drawing/2014/main" id="{2AA21A48-609C-4052-B9C3-FA4313785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08"/>
          </a:solidFill>
          <a:ln xmlns:a="http://schemas.openxmlformats.org/drawingml/2006/main" w="9525">
            <a:solidFill>
              <a:srgbClr val="0A1806"/>
            </a:solidFill>
            <a:prstDash val="solid"/>
          </a:ln>
        </p:spPr>
      </p:sp>
      <p:sp>
        <p:nvSpPr>
          <p:cNvPr id="12" name="Прямоугольник 11">
            <a:extLst xmlns:a="http://schemas.openxmlformats.org/drawingml/2006/main">
              <a:ext uri="{FF2B5EF4-FFF2-40B4-BE49-F238E27FC236}">
                <a16:creationId xmlns:a16="http://schemas.microsoft.com/office/drawing/2014/main" id="{545746DD-98C5-4A9C-A515-41FBBA275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706">
              <a:alpha val="66667"/>
            </a:srgbClr>
          </a:solidFill>
          <a:ln xmlns:a="http://schemas.openxmlformats.org/drawingml/2006/main" w="9525">
            <a:solidFill>
              <a:srgbClr val="050706"/>
            </a:solidFill>
            <a:prstDash val="solid"/>
          </a:ln>
        </p:spPr>
      </p:sp>
      <p:sp>
        <p:nvSpPr>
          <p:cNvPr id="13" name="Прямоугольник 12">
            <a:extLst xmlns:a="http://schemas.openxmlformats.org/drawingml/2006/main">
              <a:ext uri="{FF2B5EF4-FFF2-40B4-BE49-F238E27FC236}">
                <a16:creationId xmlns:a16="http://schemas.microsoft.com/office/drawing/2014/main" id="{71D0E012-A522-43A6-991E-5F6753462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66700"/>
            <a:ext cx="2524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A08"/>
          </a:solidFill>
          <a:ln xmlns:a="http://schemas.openxmlformats.org/drawingml/2006/main" w="9525">
            <a:solidFill>
              <a:srgbClr val="62D218"/>
            </a:solidFill>
            <a:prstDash val="solid"/>
          </a:ln>
        </p:spPr>
      </p:sp>
      <p:sp>
        <p:nvSpPr>
          <p:cNvPr id="14" name="Прямоугольник 13">
            <a:extLst xmlns:a="http://schemas.openxmlformats.org/drawingml/2006/main">
              <a:ext uri="{FF2B5EF4-FFF2-40B4-BE49-F238E27FC236}">
                <a16:creationId xmlns:a16="http://schemas.microsoft.com/office/drawing/2014/main" id="{47A6E3DD-64BB-4530-A634-C82961112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2333625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E8F8DF"/>
                </a:solidFill>
                <a:latin typeface="Arial"/>
                <a:ea typeface="Arial"/>
                <a:cs typeface="Arial"/>
              </a:defRPr>
            </a:pPr>
            <a:r>
              <a:t>ФОРМИРОВАНИЕ ПОТРЕБНОСТИ</a:t>
            </a:r>
          </a:p>
        </p:txBody>
      </p:sp>
      <p:sp>
        <p:nvSpPr>
          <p:cNvPr id="15" name="Прямоугольник 14">
            <a:extLst xmlns:a="http://schemas.openxmlformats.org/drawingml/2006/main">
              <a:ext uri="{FF2B5EF4-FFF2-40B4-BE49-F238E27FC236}">
                <a16:creationId xmlns:a16="http://schemas.microsoft.com/office/drawing/2014/main" id="{D148D826-8D1F-46E2-BB5D-4E4FF6D0B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85750"/>
            <a:ext cx="428625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B7C1B7"/>
                </a:solidFill>
                <a:latin typeface="Arial"/>
                <a:ea typeface="Arial"/>
                <a:cs typeface="Arial"/>
              </a:defRPr>
            </a:pPr>
            <a:r>
              <a:t>06</a:t>
            </a:r>
          </a:p>
        </p:txBody>
      </p:sp>
      <p:sp>
        <p:nvSpPr>
          <p:cNvPr id="16" name="Прямоугольник 15">
            <a:extLst xmlns:a="http://schemas.openxmlformats.org/drawingml/2006/main">
              <a:ext uri="{FF2B5EF4-FFF2-40B4-BE49-F238E27FC236}">
                <a16:creationId xmlns:a16="http://schemas.microsoft.com/office/drawing/2014/main" id="{A3D4B25A-785F-42BC-9083-E44E6B377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110490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АЛГОРИТМ ФОРМИРОВАНИЯ ПОТРЕБНОСТИ</a:t>
            </a:r>
          </a:p>
        </p:txBody>
      </p:sp>
      <p:sp>
        <p:nvSpPr>
          <p:cNvPr id="17" name="Прямоугольник 16">
            <a:extLst xmlns:a="http://schemas.openxmlformats.org/drawingml/2006/main">
              <a:ext uri="{FF2B5EF4-FFF2-40B4-BE49-F238E27FC236}">
                <a16:creationId xmlns:a16="http://schemas.microsoft.com/office/drawing/2014/main" id="{0CEB3D34-4EAC-4A43-A532-3084AFB80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52625"/>
            <a:ext cx="51911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0C"/>
          </a:solidFill>
          <a:ln xmlns:a="http://schemas.openxmlformats.org/drawingml/2006/main" w="9525">
            <a:solidFill>
              <a:srgbClr val="325A20"/>
            </a:solidFill>
            <a:prstDash val="solid"/>
          </a:ln>
        </p:spPr>
      </p:sp>
      <p:sp>
        <p:nvSpPr>
          <p:cNvPr id="18" name="Прямоугольник 17">
            <a:extLst xmlns:a="http://schemas.openxmlformats.org/drawingml/2006/main">
              <a:ext uri="{FF2B5EF4-FFF2-40B4-BE49-F238E27FC236}">
                <a16:creationId xmlns:a16="http://schemas.microsoft.com/office/drawing/2014/main" id="{2B9C8541-D72C-42D0-A9D2-9FB80292E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124075"/>
            <a:ext cx="4772025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01</a:t>
            </a:r>
          </a:p>
        </p:txBody>
      </p:sp>
      <p:sp>
        <p:nvSpPr>
          <p:cNvPr id="19" name="Прямоугольник 18">
            <a:extLst xmlns:a="http://schemas.openxmlformats.org/drawingml/2006/main">
              <a:ext uri="{FF2B5EF4-FFF2-40B4-BE49-F238E27FC236}">
                <a16:creationId xmlns:a16="http://schemas.microsoft.com/office/drawing/2014/main" id="{4303C5A6-1BAD-4E05-B680-44B807351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543175"/>
            <a:ext cx="4772025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B7C1B7"/>
                </a:solidFill>
                <a:latin typeface="Arial"/>
                <a:ea typeface="Arial"/>
                <a:cs typeface="Arial"/>
              </a:defRPr>
            </a:pPr>
            <a:r>
              <a:t>Показываем проблему и её последствия.</a:t>
            </a:r>
          </a:p>
        </p:txBody>
      </p:sp>
      <p:sp>
        <p:nvSpPr>
          <p:cNvPr id="20" name="Прямоугольник 19">
            <a:extLst xmlns:a="http://schemas.openxmlformats.org/drawingml/2006/main">
              <a:ext uri="{FF2B5EF4-FFF2-40B4-BE49-F238E27FC236}">
                <a16:creationId xmlns:a16="http://schemas.microsoft.com/office/drawing/2014/main" id="{BEB43DAE-EBD7-4525-80D2-63DD0931A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952625"/>
            <a:ext cx="51911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0C"/>
          </a:solidFill>
          <a:ln xmlns:a="http://schemas.openxmlformats.org/drawingml/2006/main" w="9525">
            <a:solidFill>
              <a:srgbClr val="325A20"/>
            </a:solidFill>
            <a:prstDash val="solid"/>
          </a:ln>
        </p:spPr>
      </p:sp>
      <p:sp>
        <p:nvSpPr>
          <p:cNvPr id="21" name="Прямоугольник 20">
            <a:extLst xmlns:a="http://schemas.openxmlformats.org/drawingml/2006/main">
              <a:ext uri="{FF2B5EF4-FFF2-40B4-BE49-F238E27FC236}">
                <a16:creationId xmlns:a16="http://schemas.microsoft.com/office/drawing/2014/main" id="{9816E5E7-AEED-408E-8B06-4837F0E11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124075"/>
            <a:ext cx="4772025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02</a:t>
            </a:r>
          </a:p>
        </p:txBody>
      </p:sp>
      <p:sp>
        <p:nvSpPr>
          <p:cNvPr id="22" name="Прямоугольник 21">
            <a:extLst xmlns:a="http://schemas.openxmlformats.org/drawingml/2006/main">
              <a:ext uri="{FF2B5EF4-FFF2-40B4-BE49-F238E27FC236}">
                <a16:creationId xmlns:a16="http://schemas.microsoft.com/office/drawing/2014/main" id="{0D8DEF00-119C-4A6F-8AFD-41CA464D7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543175"/>
            <a:ext cx="4772025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B7C1B7"/>
                </a:solidFill>
                <a:latin typeface="Arial"/>
                <a:ea typeface="Arial"/>
                <a:cs typeface="Arial"/>
              </a:defRPr>
            </a:pPr>
            <a:r>
              <a:t>Приводим понятный пример из жизни потенциального клиента.</a:t>
            </a:r>
          </a:p>
        </p:txBody>
      </p:sp>
      <p:sp>
        <p:nvSpPr>
          <p:cNvPr id="23" name="Прямоугольник 22">
            <a:extLst xmlns:a="http://schemas.openxmlformats.org/drawingml/2006/main">
              <a:ext uri="{FF2B5EF4-FFF2-40B4-BE49-F238E27FC236}">
                <a16:creationId xmlns:a16="http://schemas.microsoft.com/office/drawing/2014/main" id="{91F4816C-D0BD-4A8D-BF15-394BC5875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905250"/>
            <a:ext cx="51911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0C"/>
          </a:solidFill>
          <a:ln xmlns:a="http://schemas.openxmlformats.org/drawingml/2006/main" w="9525">
            <a:solidFill>
              <a:srgbClr val="325A20"/>
            </a:solidFill>
            <a:prstDash val="solid"/>
          </a:ln>
        </p:spPr>
      </p:sp>
      <p:sp>
        <p:nvSpPr>
          <p:cNvPr id="24" name="Прямоугольник 23">
            <a:extLst xmlns:a="http://schemas.openxmlformats.org/drawingml/2006/main">
              <a:ext uri="{FF2B5EF4-FFF2-40B4-BE49-F238E27FC236}">
                <a16:creationId xmlns:a16="http://schemas.microsoft.com/office/drawing/2014/main" id="{1FC14B24-848C-47CB-B58E-A1BE2AD77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076700"/>
            <a:ext cx="4772025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03</a:t>
            </a:r>
          </a:p>
        </p:txBody>
      </p:sp>
      <p:sp>
        <p:nvSpPr>
          <p:cNvPr id="25" name="Прямоугольник 24">
            <a:extLst xmlns:a="http://schemas.openxmlformats.org/drawingml/2006/main">
              <a:ext uri="{FF2B5EF4-FFF2-40B4-BE49-F238E27FC236}">
                <a16:creationId xmlns:a16="http://schemas.microsoft.com/office/drawing/2014/main" id="{5F7CE2B0-9DE0-47D5-A73F-DF6530BDB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495800"/>
            <a:ext cx="4772025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B7C1B7"/>
                </a:solidFill>
                <a:latin typeface="Arial"/>
                <a:ea typeface="Arial"/>
                <a:cs typeface="Arial"/>
              </a:defRPr>
            </a:pPr>
            <a:r>
              <a:t>Выясняем отношение клиента к проблеме и текущей ситуации.</a:t>
            </a:r>
          </a:p>
        </p:txBody>
      </p:sp>
      <p:sp>
        <p:nvSpPr>
          <p:cNvPr id="26" name="Прямоугольник 25">
            <a:extLst xmlns:a="http://schemas.openxmlformats.org/drawingml/2006/main">
              <a:ext uri="{FF2B5EF4-FFF2-40B4-BE49-F238E27FC236}">
                <a16:creationId xmlns:a16="http://schemas.microsoft.com/office/drawing/2014/main" id="{1E42496C-5F6F-4C8F-B12F-52C993078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905250"/>
            <a:ext cx="51911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0C"/>
          </a:solidFill>
          <a:ln xmlns:a="http://schemas.openxmlformats.org/drawingml/2006/main" w="9525">
            <a:solidFill>
              <a:srgbClr val="325A20"/>
            </a:solidFill>
            <a:prstDash val="solid"/>
          </a:ln>
        </p:spPr>
      </p:sp>
      <p:sp>
        <p:nvSpPr>
          <p:cNvPr id="27" name="Прямоугольник 26">
            <a:extLst xmlns:a="http://schemas.openxmlformats.org/drawingml/2006/main">
              <a:ext uri="{FF2B5EF4-FFF2-40B4-BE49-F238E27FC236}">
                <a16:creationId xmlns:a16="http://schemas.microsoft.com/office/drawing/2014/main" id="{1B8487AE-C1B9-48B0-8A5A-06B428C3B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076700"/>
            <a:ext cx="4772025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04</a:t>
            </a:r>
          </a:p>
        </p:txBody>
      </p:sp>
      <p:sp>
        <p:nvSpPr>
          <p:cNvPr id="28" name="Прямоугольник 27">
            <a:extLst xmlns:a="http://schemas.openxmlformats.org/drawingml/2006/main">
              <a:ext uri="{FF2B5EF4-FFF2-40B4-BE49-F238E27FC236}">
                <a16:creationId xmlns:a16="http://schemas.microsoft.com/office/drawing/2014/main" id="{33AABDD6-FADF-47DB-8FA3-A03AF8059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495800"/>
            <a:ext cx="4772025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B7C1B7"/>
                </a:solidFill>
                <a:latin typeface="Arial"/>
                <a:ea typeface="Arial"/>
                <a:cs typeface="Arial"/>
              </a:defRPr>
            </a:pPr>
            <a:r>
              <a:t>Формируем мотивацию через текущие результаты, динамику ухудшения и путь клиента.</a:t>
            </a:r>
          </a:p>
        </p:txBody>
      </p:sp>
    </p:spTree>
    <p:extLst>
      <p:ext uri="{BB962C8B-B14F-4D97-AF65-F5344CB8AC3E}">
        <p14:creationId xmlns:p14="http://schemas.microsoft.com/office/powerpoint/2010/main" val="111390344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5070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Прямоугольник 28">
            <a:extLst xmlns:a="http://schemas.openxmlformats.org/drawingml/2006/main">
              <a:ext uri="{FF2B5EF4-FFF2-40B4-BE49-F238E27FC236}">
                <a16:creationId xmlns:a16="http://schemas.microsoft.com/office/drawing/2014/main" id="{232075BF-98F1-4ED3-B922-B2FA5989A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70C"/>
          </a:solidFill>
          <a:ln xmlns:a="http://schemas.openxmlformats.org/drawingml/2006/main" w="9525">
            <a:solidFill>
              <a:srgbClr val="0A1806"/>
            </a:solidFill>
            <a:prstDash val="solid"/>
          </a:ln>
        </p:spPr>
      </p:sp>
      <p:sp>
        <p:nvSpPr>
          <p:cNvPr id="2" name="Прямоугольник 1">
            <a:extLst xmlns:a="http://schemas.openxmlformats.org/drawingml/2006/main">
              <a:ext uri="{FF2B5EF4-FFF2-40B4-BE49-F238E27FC236}">
                <a16:creationId xmlns:a16="http://schemas.microsoft.com/office/drawing/2014/main" id="{D5B4C317-3368-4831-8135-D5EC48114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08"/>
          </a:solidFill>
          <a:ln xmlns:a="http://schemas.openxmlformats.org/drawingml/2006/main" w="9525">
            <a:solidFill>
              <a:srgbClr val="0A1806"/>
            </a:solidFill>
            <a:prstDash val="solid"/>
          </a:ln>
        </p:spPr>
      </p:sp>
      <p:sp>
        <p:nvSpPr>
          <p:cNvPr id="3" name="Прямоугольник 2">
            <a:extLst xmlns:a="http://schemas.openxmlformats.org/drawingml/2006/main">
              <a:ext uri="{FF2B5EF4-FFF2-40B4-BE49-F238E27FC236}">
                <a16:creationId xmlns:a16="http://schemas.microsoft.com/office/drawing/2014/main" id="{BE498227-9D9F-487C-AAB9-2E0C62BC5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806"/>
          </a:solidFill>
          <a:ln xmlns:a="http://schemas.openxmlformats.org/drawingml/2006/main" w="9525">
            <a:solidFill>
              <a:srgbClr val="0A1806"/>
            </a:solidFill>
            <a:prstDash val="solid"/>
          </a:ln>
        </p:spPr>
      </p:sp>
      <p:sp>
        <p:nvSpPr>
          <p:cNvPr id="4" name="Прямоугольник 3">
            <a:extLst xmlns:a="http://schemas.openxmlformats.org/drawingml/2006/main">
              <a:ext uri="{FF2B5EF4-FFF2-40B4-BE49-F238E27FC236}">
                <a16:creationId xmlns:a16="http://schemas.microsoft.com/office/drawing/2014/main" id="{867CD0E7-4044-4611-B3B3-282CACBE7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70C"/>
          </a:solidFill>
          <a:ln xmlns:a="http://schemas.openxmlformats.org/drawingml/2006/main" w="9525">
            <a:solidFill>
              <a:srgbClr val="0A1806"/>
            </a:solidFill>
            <a:prstDash val="solid"/>
          </a:ln>
        </p:spPr>
      </p:sp>
      <p:sp>
        <p:nvSpPr>
          <p:cNvPr id="5" name="Прямоугольник 4">
            <a:extLst xmlns:a="http://schemas.openxmlformats.org/drawingml/2006/main">
              <a:ext uri="{FF2B5EF4-FFF2-40B4-BE49-F238E27FC236}">
                <a16:creationId xmlns:a16="http://schemas.microsoft.com/office/drawing/2014/main" id="{DEF9652E-29F7-4798-A7B7-286009C8C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08"/>
          </a:solidFill>
          <a:ln xmlns:a="http://schemas.openxmlformats.org/drawingml/2006/main" w="9525">
            <a:solidFill>
              <a:srgbClr val="0A1806"/>
            </a:solidFill>
            <a:prstDash val="solid"/>
          </a:ln>
        </p:spPr>
      </p:sp>
      <p:sp>
        <p:nvSpPr>
          <p:cNvPr id="6" name="Прямоугольник 5">
            <a:extLst xmlns:a="http://schemas.openxmlformats.org/drawingml/2006/main">
              <a:ext uri="{FF2B5EF4-FFF2-40B4-BE49-F238E27FC236}">
                <a16:creationId xmlns:a16="http://schemas.microsoft.com/office/drawing/2014/main" id="{2320E032-B4E2-4583-8376-C445F92B5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806"/>
          </a:solidFill>
          <a:ln xmlns:a="http://schemas.openxmlformats.org/drawingml/2006/main" w="9525">
            <a:solidFill>
              <a:srgbClr val="0A1806"/>
            </a:solidFill>
            <a:prstDash val="solid"/>
          </a:ln>
        </p:spPr>
      </p:sp>
      <p:sp>
        <p:nvSpPr>
          <p:cNvPr id="7" name="Прямоугольник 6">
            <a:extLst xmlns:a="http://schemas.openxmlformats.org/drawingml/2006/main">
              <a:ext uri="{FF2B5EF4-FFF2-40B4-BE49-F238E27FC236}">
                <a16:creationId xmlns:a16="http://schemas.microsoft.com/office/drawing/2014/main" id="{4AE354EE-3321-4ED3-9702-EE4DBDFA4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70C"/>
          </a:solidFill>
          <a:ln xmlns:a="http://schemas.openxmlformats.org/drawingml/2006/main" w="9525">
            <a:solidFill>
              <a:srgbClr val="0A1806"/>
            </a:solidFill>
            <a:prstDash val="solid"/>
          </a:ln>
        </p:spPr>
      </p:sp>
      <p:sp>
        <p:nvSpPr>
          <p:cNvPr id="8" name="Прямоугольник 7">
            <a:extLst xmlns:a="http://schemas.openxmlformats.org/drawingml/2006/main">
              <a:ext uri="{FF2B5EF4-FFF2-40B4-BE49-F238E27FC236}">
                <a16:creationId xmlns:a16="http://schemas.microsoft.com/office/drawing/2014/main" id="{E2044C57-EE7F-4F77-8159-16D1B56F4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08"/>
          </a:solidFill>
          <a:ln xmlns:a="http://schemas.openxmlformats.org/drawingml/2006/main" w="9525">
            <a:solidFill>
              <a:srgbClr val="0A1806"/>
            </a:solidFill>
            <a:prstDash val="solid"/>
          </a:ln>
        </p:spPr>
      </p:sp>
      <p:sp>
        <p:nvSpPr>
          <p:cNvPr id="9" name="Прямоугольник 8">
            <a:extLst xmlns:a="http://schemas.openxmlformats.org/drawingml/2006/main">
              <a:ext uri="{FF2B5EF4-FFF2-40B4-BE49-F238E27FC236}">
                <a16:creationId xmlns:a16="http://schemas.microsoft.com/office/drawing/2014/main" id="{5ED904E5-61CB-41E6-A139-098E8FA71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806"/>
          </a:solidFill>
          <a:ln xmlns:a="http://schemas.openxmlformats.org/drawingml/2006/main" w="9525">
            <a:solidFill>
              <a:srgbClr val="0A1806"/>
            </a:solidFill>
            <a:prstDash val="solid"/>
          </a:ln>
        </p:spPr>
      </p:sp>
      <p:sp>
        <p:nvSpPr>
          <p:cNvPr id="10" name="Прямоугольник 9">
            <a:extLst xmlns:a="http://schemas.openxmlformats.org/drawingml/2006/main">
              <a:ext uri="{FF2B5EF4-FFF2-40B4-BE49-F238E27FC236}">
                <a16:creationId xmlns:a16="http://schemas.microsoft.com/office/drawing/2014/main" id="{E51F9C2A-4298-41DD-BA07-B849FDDE4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70C"/>
          </a:solidFill>
          <a:ln xmlns:a="http://schemas.openxmlformats.org/drawingml/2006/main" w="9525">
            <a:solidFill>
              <a:srgbClr val="0A1806"/>
            </a:solidFill>
            <a:prstDash val="solid"/>
          </a:ln>
        </p:spPr>
      </p:sp>
      <p:sp>
        <p:nvSpPr>
          <p:cNvPr id="11" name="Прямоугольник 10">
            <a:extLst xmlns:a="http://schemas.openxmlformats.org/drawingml/2006/main">
              <a:ext uri="{FF2B5EF4-FFF2-40B4-BE49-F238E27FC236}">
                <a16:creationId xmlns:a16="http://schemas.microsoft.com/office/drawing/2014/main" id="{2AA21A48-609C-4052-B9C3-FA4313785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08"/>
          </a:solidFill>
          <a:ln xmlns:a="http://schemas.openxmlformats.org/drawingml/2006/main" w="9525">
            <a:solidFill>
              <a:srgbClr val="0A1806"/>
            </a:solidFill>
            <a:prstDash val="solid"/>
          </a:ln>
        </p:spPr>
      </p:sp>
      <p:sp>
        <p:nvSpPr>
          <p:cNvPr id="12" name="Прямоугольник 11">
            <a:extLst xmlns:a="http://schemas.openxmlformats.org/drawingml/2006/main">
              <a:ext uri="{FF2B5EF4-FFF2-40B4-BE49-F238E27FC236}">
                <a16:creationId xmlns:a16="http://schemas.microsoft.com/office/drawing/2014/main" id="{545746DD-98C5-4A9C-A515-41FBBA275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706">
              <a:alpha val="66667"/>
            </a:srgbClr>
          </a:solidFill>
          <a:ln xmlns:a="http://schemas.openxmlformats.org/drawingml/2006/main" w="9525">
            <a:solidFill>
              <a:srgbClr val="050706"/>
            </a:solidFill>
            <a:prstDash val="solid"/>
          </a:ln>
        </p:spPr>
      </p:sp>
      <p:sp>
        <p:nvSpPr>
          <p:cNvPr id="13" name="Прямоугольник 12">
            <a:extLst xmlns:a="http://schemas.openxmlformats.org/drawingml/2006/main">
              <a:ext uri="{FF2B5EF4-FFF2-40B4-BE49-F238E27FC236}">
                <a16:creationId xmlns:a16="http://schemas.microsoft.com/office/drawing/2014/main" id="{71D0E012-A522-43A6-991E-5F6753462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66700"/>
            <a:ext cx="2524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A08"/>
          </a:solidFill>
          <a:ln xmlns:a="http://schemas.openxmlformats.org/drawingml/2006/main" w="9525">
            <a:solidFill>
              <a:srgbClr val="62D218"/>
            </a:solidFill>
            <a:prstDash val="solid"/>
          </a:ln>
        </p:spPr>
      </p:sp>
      <p:sp>
        <p:nvSpPr>
          <p:cNvPr id="14" name="Прямоугольник 13">
            <a:extLst xmlns:a="http://schemas.openxmlformats.org/drawingml/2006/main">
              <a:ext uri="{FF2B5EF4-FFF2-40B4-BE49-F238E27FC236}">
                <a16:creationId xmlns:a16="http://schemas.microsoft.com/office/drawing/2014/main" id="{47A6E3DD-64BB-4530-A634-C82961112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2333625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E8F8DF"/>
                </a:solidFill>
                <a:latin typeface="Arial"/>
                <a:ea typeface="Arial"/>
                <a:cs typeface="Arial"/>
              </a:defRPr>
            </a:pPr>
            <a:r>
              <a:t>ФОРМИРОВАНИЕ ПОТРЕБНОСТИ</a:t>
            </a:r>
          </a:p>
        </p:txBody>
      </p:sp>
      <p:sp>
        <p:nvSpPr>
          <p:cNvPr id="15" name="Прямоугольник 14">
            <a:extLst xmlns:a="http://schemas.openxmlformats.org/drawingml/2006/main">
              <a:ext uri="{FF2B5EF4-FFF2-40B4-BE49-F238E27FC236}">
                <a16:creationId xmlns:a16="http://schemas.microsoft.com/office/drawing/2014/main" id="{D148D826-8D1F-46E2-BB5D-4E4FF6D0B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85750"/>
            <a:ext cx="428625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B7C1B7"/>
                </a:solidFill>
                <a:latin typeface="Arial"/>
                <a:ea typeface="Arial"/>
                <a:cs typeface="Arial"/>
              </a:defRPr>
            </a:pPr>
            <a:r>
              <a:t>06</a:t>
            </a:r>
          </a:p>
        </p:txBody>
      </p:sp>
      <p:sp>
        <p:nvSpPr>
          <p:cNvPr id="16" name="Прямоугольник 15">
            <a:extLst xmlns:a="http://schemas.openxmlformats.org/drawingml/2006/main">
              <a:ext uri="{FF2B5EF4-FFF2-40B4-BE49-F238E27FC236}">
                <a16:creationId xmlns:a16="http://schemas.microsoft.com/office/drawing/2014/main" id="{A3D4B25A-785F-42BC-9083-E44E6B377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110490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АЛГОРИТМ ФОРМИРОВАНИЯ ПОТРЕБНОСТИ</a:t>
            </a:r>
          </a:p>
        </p:txBody>
      </p:sp>
      <p:sp>
        <p:nvSpPr>
          <p:cNvPr id="17" name="Прямоугольник 16">
            <a:extLst xmlns:a="http://schemas.openxmlformats.org/drawingml/2006/main">
              <a:ext uri="{FF2B5EF4-FFF2-40B4-BE49-F238E27FC236}">
                <a16:creationId xmlns:a16="http://schemas.microsoft.com/office/drawing/2014/main" id="{0CEB3D34-4EAC-4A43-A532-3084AFB80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52625"/>
            <a:ext cx="51911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0C"/>
          </a:solidFill>
          <a:ln xmlns:a="http://schemas.openxmlformats.org/drawingml/2006/main" w="9525">
            <a:solidFill>
              <a:srgbClr val="325A20"/>
            </a:solidFill>
            <a:prstDash val="solid"/>
          </a:ln>
        </p:spPr>
      </p:sp>
      <p:sp>
        <p:nvSpPr>
          <p:cNvPr id="18" name="Прямоугольник 17">
            <a:extLst xmlns:a="http://schemas.openxmlformats.org/drawingml/2006/main">
              <a:ext uri="{FF2B5EF4-FFF2-40B4-BE49-F238E27FC236}">
                <a16:creationId xmlns:a16="http://schemas.microsoft.com/office/drawing/2014/main" id="{2B9C8541-D72C-42D0-A9D2-9FB80292E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124075"/>
            <a:ext cx="4772025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01</a:t>
            </a:r>
          </a:p>
        </p:txBody>
      </p:sp>
      <p:sp>
        <p:nvSpPr>
          <p:cNvPr id="19" name="Прямоугольник 18">
            <a:extLst xmlns:a="http://schemas.openxmlformats.org/drawingml/2006/main">
              <a:ext uri="{FF2B5EF4-FFF2-40B4-BE49-F238E27FC236}">
                <a16:creationId xmlns:a16="http://schemas.microsoft.com/office/drawing/2014/main" id="{4303C5A6-1BAD-4E05-B680-44B807351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543175"/>
            <a:ext cx="4772025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B7C1B7"/>
                </a:solidFill>
                <a:latin typeface="Arial"/>
                <a:ea typeface="Arial"/>
                <a:cs typeface="Arial"/>
              </a:defRPr>
            </a:pPr>
            <a:r>
              <a:t>Показываем проблему и её последствия.</a:t>
            </a:r>
          </a:p>
        </p:txBody>
      </p:sp>
      <p:sp>
        <p:nvSpPr>
          <p:cNvPr id="20" name="Прямоугольник 19">
            <a:extLst xmlns:a="http://schemas.openxmlformats.org/drawingml/2006/main">
              <a:ext uri="{FF2B5EF4-FFF2-40B4-BE49-F238E27FC236}">
                <a16:creationId xmlns:a16="http://schemas.microsoft.com/office/drawing/2014/main" id="{BEB43DAE-EBD7-4525-80D2-63DD0931A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952625"/>
            <a:ext cx="51911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0C"/>
          </a:solidFill>
          <a:ln xmlns:a="http://schemas.openxmlformats.org/drawingml/2006/main" w="9525">
            <a:solidFill>
              <a:srgbClr val="325A20"/>
            </a:solidFill>
            <a:prstDash val="solid"/>
          </a:ln>
        </p:spPr>
      </p:sp>
      <p:sp>
        <p:nvSpPr>
          <p:cNvPr id="21" name="Прямоугольник 20">
            <a:extLst xmlns:a="http://schemas.openxmlformats.org/drawingml/2006/main">
              <a:ext uri="{FF2B5EF4-FFF2-40B4-BE49-F238E27FC236}">
                <a16:creationId xmlns:a16="http://schemas.microsoft.com/office/drawing/2014/main" id="{9816E5E7-AEED-408E-8B06-4837F0E11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124075"/>
            <a:ext cx="4772025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02</a:t>
            </a:r>
          </a:p>
        </p:txBody>
      </p:sp>
      <p:sp>
        <p:nvSpPr>
          <p:cNvPr id="22" name="Прямоугольник 21">
            <a:extLst xmlns:a="http://schemas.openxmlformats.org/drawingml/2006/main">
              <a:ext uri="{FF2B5EF4-FFF2-40B4-BE49-F238E27FC236}">
                <a16:creationId xmlns:a16="http://schemas.microsoft.com/office/drawing/2014/main" id="{0D8DEF00-119C-4A6F-8AFD-41CA464D7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543175"/>
            <a:ext cx="4772025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B7C1B7"/>
                </a:solidFill>
                <a:latin typeface="Arial"/>
                <a:ea typeface="Arial"/>
                <a:cs typeface="Arial"/>
              </a:defRPr>
            </a:pPr>
            <a:r>
              <a:t>Приводим понятный пример из жизни потенциального клиента.</a:t>
            </a:r>
          </a:p>
        </p:txBody>
      </p:sp>
      <p:sp>
        <p:nvSpPr>
          <p:cNvPr id="23" name="Прямоугольник 22">
            <a:extLst xmlns:a="http://schemas.openxmlformats.org/drawingml/2006/main">
              <a:ext uri="{FF2B5EF4-FFF2-40B4-BE49-F238E27FC236}">
                <a16:creationId xmlns:a16="http://schemas.microsoft.com/office/drawing/2014/main" id="{91F4816C-D0BD-4A8D-BF15-394BC5875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905250"/>
            <a:ext cx="51911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0C"/>
          </a:solidFill>
          <a:ln xmlns:a="http://schemas.openxmlformats.org/drawingml/2006/main" w="9525">
            <a:solidFill>
              <a:srgbClr val="325A20"/>
            </a:solidFill>
            <a:prstDash val="solid"/>
          </a:ln>
        </p:spPr>
      </p:sp>
      <p:sp>
        <p:nvSpPr>
          <p:cNvPr id="24" name="Прямоугольник 23">
            <a:extLst xmlns:a="http://schemas.openxmlformats.org/drawingml/2006/main">
              <a:ext uri="{FF2B5EF4-FFF2-40B4-BE49-F238E27FC236}">
                <a16:creationId xmlns:a16="http://schemas.microsoft.com/office/drawing/2014/main" id="{1FC14B24-848C-47CB-B58E-A1BE2AD77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076700"/>
            <a:ext cx="4772025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03</a:t>
            </a:r>
          </a:p>
        </p:txBody>
      </p:sp>
      <p:sp>
        <p:nvSpPr>
          <p:cNvPr id="25" name="Прямоугольник 24">
            <a:extLst xmlns:a="http://schemas.openxmlformats.org/drawingml/2006/main">
              <a:ext uri="{FF2B5EF4-FFF2-40B4-BE49-F238E27FC236}">
                <a16:creationId xmlns:a16="http://schemas.microsoft.com/office/drawing/2014/main" id="{5F7CE2B0-9DE0-47D5-A73F-DF6530BDB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495800"/>
            <a:ext cx="4772025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B7C1B7"/>
                </a:solidFill>
                <a:latin typeface="Arial"/>
                <a:ea typeface="Arial"/>
                <a:cs typeface="Arial"/>
              </a:defRPr>
            </a:pPr>
            <a:r>
              <a:t>Выясняем отношение клиента к проблеме и текущей ситуации.</a:t>
            </a:r>
          </a:p>
        </p:txBody>
      </p:sp>
      <p:sp>
        <p:nvSpPr>
          <p:cNvPr id="26" name="Прямоугольник 25">
            <a:extLst xmlns:a="http://schemas.openxmlformats.org/drawingml/2006/main">
              <a:ext uri="{FF2B5EF4-FFF2-40B4-BE49-F238E27FC236}">
                <a16:creationId xmlns:a16="http://schemas.microsoft.com/office/drawing/2014/main" id="{1E42496C-5F6F-4C8F-B12F-52C993078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905250"/>
            <a:ext cx="51911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0C"/>
          </a:solidFill>
          <a:ln xmlns:a="http://schemas.openxmlformats.org/drawingml/2006/main" w="9525">
            <a:solidFill>
              <a:srgbClr val="325A20"/>
            </a:solidFill>
            <a:prstDash val="solid"/>
          </a:ln>
        </p:spPr>
      </p:sp>
      <p:sp>
        <p:nvSpPr>
          <p:cNvPr id="27" name="Прямоугольник 26">
            <a:extLst xmlns:a="http://schemas.openxmlformats.org/drawingml/2006/main">
              <a:ext uri="{FF2B5EF4-FFF2-40B4-BE49-F238E27FC236}">
                <a16:creationId xmlns:a16="http://schemas.microsoft.com/office/drawing/2014/main" id="{1B8487AE-C1B9-48B0-8A5A-06B428C3B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076700"/>
            <a:ext cx="4772025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04</a:t>
            </a:r>
          </a:p>
        </p:txBody>
      </p:sp>
      <p:sp>
        <p:nvSpPr>
          <p:cNvPr id="28" name="Прямоугольник 27">
            <a:extLst xmlns:a="http://schemas.openxmlformats.org/drawingml/2006/main">
              <a:ext uri="{FF2B5EF4-FFF2-40B4-BE49-F238E27FC236}">
                <a16:creationId xmlns:a16="http://schemas.microsoft.com/office/drawing/2014/main" id="{33AABDD6-FADF-47DB-8FA3-A03AF8059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495800"/>
            <a:ext cx="4772025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B7C1B7"/>
                </a:solidFill>
                <a:latin typeface="Arial"/>
                <a:ea typeface="Arial"/>
                <a:cs typeface="Arial"/>
              </a:defRPr>
            </a:pPr>
            <a:r>
              <a:t>Формируем мотивацию через текущие результаты, динамику ухудшения и путь клиента.</a:t>
            </a:r>
          </a:p>
        </p:txBody>
      </p:sp>
    </p:spTree>
    <p:extLst>
      <p:ext uri="{BB962C8B-B14F-4D97-AF65-F5344CB8AC3E}">
        <p14:creationId xmlns:p14="http://schemas.microsoft.com/office/powerpoint/2010/main" val="111390344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5070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Прямоугольник 28">
            <a:extLst xmlns:a="http://schemas.openxmlformats.org/drawingml/2006/main">
              <a:ext uri="{FF2B5EF4-FFF2-40B4-BE49-F238E27FC236}">
                <a16:creationId xmlns:a16="http://schemas.microsoft.com/office/drawing/2014/main" id="{232075BF-98F1-4ED3-B922-B2FA5989A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70C"/>
          </a:solidFill>
          <a:ln xmlns:a="http://schemas.openxmlformats.org/drawingml/2006/main" w="9525">
            <a:solidFill>
              <a:srgbClr val="0A1806"/>
            </a:solidFill>
            <a:prstDash val="solid"/>
          </a:ln>
        </p:spPr>
      </p:sp>
      <p:sp>
        <p:nvSpPr>
          <p:cNvPr id="2" name="Прямоугольник 1">
            <a:extLst xmlns:a="http://schemas.openxmlformats.org/drawingml/2006/main">
              <a:ext uri="{FF2B5EF4-FFF2-40B4-BE49-F238E27FC236}">
                <a16:creationId xmlns:a16="http://schemas.microsoft.com/office/drawing/2014/main" id="{D5B4C317-3368-4831-8135-D5EC48114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08"/>
          </a:solidFill>
          <a:ln xmlns:a="http://schemas.openxmlformats.org/drawingml/2006/main" w="9525">
            <a:solidFill>
              <a:srgbClr val="0A1806"/>
            </a:solidFill>
            <a:prstDash val="solid"/>
          </a:ln>
        </p:spPr>
      </p:sp>
      <p:sp>
        <p:nvSpPr>
          <p:cNvPr id="3" name="Прямоугольник 2">
            <a:extLst xmlns:a="http://schemas.openxmlformats.org/drawingml/2006/main">
              <a:ext uri="{FF2B5EF4-FFF2-40B4-BE49-F238E27FC236}">
                <a16:creationId xmlns:a16="http://schemas.microsoft.com/office/drawing/2014/main" id="{BE498227-9D9F-487C-AAB9-2E0C62BC5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806"/>
          </a:solidFill>
          <a:ln xmlns:a="http://schemas.openxmlformats.org/drawingml/2006/main" w="9525">
            <a:solidFill>
              <a:srgbClr val="0A1806"/>
            </a:solidFill>
            <a:prstDash val="solid"/>
          </a:ln>
        </p:spPr>
      </p:sp>
      <p:sp>
        <p:nvSpPr>
          <p:cNvPr id="4" name="Прямоугольник 3">
            <a:extLst xmlns:a="http://schemas.openxmlformats.org/drawingml/2006/main">
              <a:ext uri="{FF2B5EF4-FFF2-40B4-BE49-F238E27FC236}">
                <a16:creationId xmlns:a16="http://schemas.microsoft.com/office/drawing/2014/main" id="{867CD0E7-4044-4611-B3B3-282CACBE7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70C"/>
          </a:solidFill>
          <a:ln xmlns:a="http://schemas.openxmlformats.org/drawingml/2006/main" w="9525">
            <a:solidFill>
              <a:srgbClr val="0A1806"/>
            </a:solidFill>
            <a:prstDash val="solid"/>
          </a:ln>
        </p:spPr>
      </p:sp>
      <p:sp>
        <p:nvSpPr>
          <p:cNvPr id="5" name="Прямоугольник 4">
            <a:extLst xmlns:a="http://schemas.openxmlformats.org/drawingml/2006/main">
              <a:ext uri="{FF2B5EF4-FFF2-40B4-BE49-F238E27FC236}">
                <a16:creationId xmlns:a16="http://schemas.microsoft.com/office/drawing/2014/main" id="{DEF9652E-29F7-4798-A7B7-286009C8C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08"/>
          </a:solidFill>
          <a:ln xmlns:a="http://schemas.openxmlformats.org/drawingml/2006/main" w="9525">
            <a:solidFill>
              <a:srgbClr val="0A1806"/>
            </a:solidFill>
            <a:prstDash val="solid"/>
          </a:ln>
        </p:spPr>
      </p:sp>
      <p:sp>
        <p:nvSpPr>
          <p:cNvPr id="6" name="Прямоугольник 5">
            <a:extLst xmlns:a="http://schemas.openxmlformats.org/drawingml/2006/main">
              <a:ext uri="{FF2B5EF4-FFF2-40B4-BE49-F238E27FC236}">
                <a16:creationId xmlns:a16="http://schemas.microsoft.com/office/drawing/2014/main" id="{2320E032-B4E2-4583-8376-C445F92B5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806"/>
          </a:solidFill>
          <a:ln xmlns:a="http://schemas.openxmlformats.org/drawingml/2006/main" w="9525">
            <a:solidFill>
              <a:srgbClr val="0A1806"/>
            </a:solidFill>
            <a:prstDash val="solid"/>
          </a:ln>
        </p:spPr>
      </p:sp>
      <p:sp>
        <p:nvSpPr>
          <p:cNvPr id="7" name="Прямоугольник 6">
            <a:extLst xmlns:a="http://schemas.openxmlformats.org/drawingml/2006/main">
              <a:ext uri="{FF2B5EF4-FFF2-40B4-BE49-F238E27FC236}">
                <a16:creationId xmlns:a16="http://schemas.microsoft.com/office/drawing/2014/main" id="{4AE354EE-3321-4ED3-9702-EE4DBDFA4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70C"/>
          </a:solidFill>
          <a:ln xmlns:a="http://schemas.openxmlformats.org/drawingml/2006/main" w="9525">
            <a:solidFill>
              <a:srgbClr val="0A1806"/>
            </a:solidFill>
            <a:prstDash val="solid"/>
          </a:ln>
        </p:spPr>
      </p:sp>
      <p:sp>
        <p:nvSpPr>
          <p:cNvPr id="8" name="Прямоугольник 7">
            <a:extLst xmlns:a="http://schemas.openxmlformats.org/drawingml/2006/main">
              <a:ext uri="{FF2B5EF4-FFF2-40B4-BE49-F238E27FC236}">
                <a16:creationId xmlns:a16="http://schemas.microsoft.com/office/drawing/2014/main" id="{E2044C57-EE7F-4F77-8159-16D1B56F4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08"/>
          </a:solidFill>
          <a:ln xmlns:a="http://schemas.openxmlformats.org/drawingml/2006/main" w="9525">
            <a:solidFill>
              <a:srgbClr val="0A1806"/>
            </a:solidFill>
            <a:prstDash val="solid"/>
          </a:ln>
        </p:spPr>
      </p:sp>
      <p:sp>
        <p:nvSpPr>
          <p:cNvPr id="9" name="Прямоугольник 8">
            <a:extLst xmlns:a="http://schemas.openxmlformats.org/drawingml/2006/main">
              <a:ext uri="{FF2B5EF4-FFF2-40B4-BE49-F238E27FC236}">
                <a16:creationId xmlns:a16="http://schemas.microsoft.com/office/drawing/2014/main" id="{5ED904E5-61CB-41E6-A139-098E8FA71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806"/>
          </a:solidFill>
          <a:ln xmlns:a="http://schemas.openxmlformats.org/drawingml/2006/main" w="9525">
            <a:solidFill>
              <a:srgbClr val="0A1806"/>
            </a:solidFill>
            <a:prstDash val="solid"/>
          </a:ln>
        </p:spPr>
      </p:sp>
      <p:sp>
        <p:nvSpPr>
          <p:cNvPr id="10" name="Прямоугольник 9">
            <a:extLst xmlns:a="http://schemas.openxmlformats.org/drawingml/2006/main">
              <a:ext uri="{FF2B5EF4-FFF2-40B4-BE49-F238E27FC236}">
                <a16:creationId xmlns:a16="http://schemas.microsoft.com/office/drawing/2014/main" id="{E51F9C2A-4298-41DD-BA07-B849FDDE4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70C"/>
          </a:solidFill>
          <a:ln xmlns:a="http://schemas.openxmlformats.org/drawingml/2006/main" w="9525">
            <a:solidFill>
              <a:srgbClr val="0A1806"/>
            </a:solidFill>
            <a:prstDash val="solid"/>
          </a:ln>
        </p:spPr>
      </p:sp>
      <p:sp>
        <p:nvSpPr>
          <p:cNvPr id="11" name="Прямоугольник 10">
            <a:extLst xmlns:a="http://schemas.openxmlformats.org/drawingml/2006/main">
              <a:ext uri="{FF2B5EF4-FFF2-40B4-BE49-F238E27FC236}">
                <a16:creationId xmlns:a16="http://schemas.microsoft.com/office/drawing/2014/main" id="{2AA21A48-609C-4052-B9C3-FA4313785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08"/>
          </a:solidFill>
          <a:ln xmlns:a="http://schemas.openxmlformats.org/drawingml/2006/main" w="9525">
            <a:solidFill>
              <a:srgbClr val="0A1806"/>
            </a:solidFill>
            <a:prstDash val="solid"/>
          </a:ln>
        </p:spPr>
      </p:sp>
      <p:sp>
        <p:nvSpPr>
          <p:cNvPr id="12" name="Прямоугольник 11">
            <a:extLst xmlns:a="http://schemas.openxmlformats.org/drawingml/2006/main">
              <a:ext uri="{FF2B5EF4-FFF2-40B4-BE49-F238E27FC236}">
                <a16:creationId xmlns:a16="http://schemas.microsoft.com/office/drawing/2014/main" id="{545746DD-98C5-4A9C-A515-41FBBA275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706">
              <a:alpha val="66667"/>
            </a:srgbClr>
          </a:solidFill>
          <a:ln xmlns:a="http://schemas.openxmlformats.org/drawingml/2006/main" w="9525">
            <a:solidFill>
              <a:srgbClr val="050706"/>
            </a:solidFill>
            <a:prstDash val="solid"/>
          </a:ln>
        </p:spPr>
      </p:sp>
      <p:sp>
        <p:nvSpPr>
          <p:cNvPr id="13" name="Прямоугольник 12">
            <a:extLst xmlns:a="http://schemas.openxmlformats.org/drawingml/2006/main">
              <a:ext uri="{FF2B5EF4-FFF2-40B4-BE49-F238E27FC236}">
                <a16:creationId xmlns:a16="http://schemas.microsoft.com/office/drawing/2014/main" id="{71D0E012-A522-43A6-991E-5F6753462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66700"/>
            <a:ext cx="2524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A08"/>
          </a:solidFill>
          <a:ln xmlns:a="http://schemas.openxmlformats.org/drawingml/2006/main" w="9525">
            <a:solidFill>
              <a:srgbClr val="62D218"/>
            </a:solidFill>
            <a:prstDash val="solid"/>
          </a:ln>
        </p:spPr>
      </p:sp>
      <p:sp>
        <p:nvSpPr>
          <p:cNvPr id="14" name="Прямоугольник 13">
            <a:extLst xmlns:a="http://schemas.openxmlformats.org/drawingml/2006/main">
              <a:ext uri="{FF2B5EF4-FFF2-40B4-BE49-F238E27FC236}">
                <a16:creationId xmlns:a16="http://schemas.microsoft.com/office/drawing/2014/main" id="{47A6E3DD-64BB-4530-A634-C82961112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2333625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E8F8DF"/>
                </a:solidFill>
                <a:latin typeface="Arial"/>
                <a:ea typeface="Arial"/>
                <a:cs typeface="Arial"/>
              </a:defRPr>
            </a:pPr>
            <a:r>
              <a:t>ФОРМИРОВАНИЕ ПОТРЕБНОСТИ</a:t>
            </a:r>
          </a:p>
        </p:txBody>
      </p:sp>
      <p:sp>
        <p:nvSpPr>
          <p:cNvPr id="15" name="Прямоугольник 14">
            <a:extLst xmlns:a="http://schemas.openxmlformats.org/drawingml/2006/main">
              <a:ext uri="{FF2B5EF4-FFF2-40B4-BE49-F238E27FC236}">
                <a16:creationId xmlns:a16="http://schemas.microsoft.com/office/drawing/2014/main" id="{D148D826-8D1F-46E2-BB5D-4E4FF6D0B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85750"/>
            <a:ext cx="428625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B7C1B7"/>
                </a:solidFill>
                <a:latin typeface="Arial"/>
                <a:ea typeface="Arial"/>
                <a:cs typeface="Arial"/>
              </a:defRPr>
            </a:pPr>
            <a:r>
              <a:t>06</a:t>
            </a:r>
          </a:p>
        </p:txBody>
      </p:sp>
      <p:sp>
        <p:nvSpPr>
          <p:cNvPr id="16" name="Прямоугольник 15">
            <a:extLst xmlns:a="http://schemas.openxmlformats.org/drawingml/2006/main">
              <a:ext uri="{FF2B5EF4-FFF2-40B4-BE49-F238E27FC236}">
                <a16:creationId xmlns:a16="http://schemas.microsoft.com/office/drawing/2014/main" id="{A3D4B25A-785F-42BC-9083-E44E6B377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110490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АЛГОРИТМ ФОРМИРОВАНИЯ ПОТРЕБНОСТИ</a:t>
            </a:r>
          </a:p>
        </p:txBody>
      </p:sp>
      <p:sp>
        <p:nvSpPr>
          <p:cNvPr id="17" name="Прямоугольник 16">
            <a:extLst xmlns:a="http://schemas.openxmlformats.org/drawingml/2006/main">
              <a:ext uri="{FF2B5EF4-FFF2-40B4-BE49-F238E27FC236}">
                <a16:creationId xmlns:a16="http://schemas.microsoft.com/office/drawing/2014/main" id="{0CEB3D34-4EAC-4A43-A532-3084AFB80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52625"/>
            <a:ext cx="51911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0C"/>
          </a:solidFill>
          <a:ln xmlns:a="http://schemas.openxmlformats.org/drawingml/2006/main" w="9525">
            <a:solidFill>
              <a:srgbClr val="325A20"/>
            </a:solidFill>
            <a:prstDash val="solid"/>
          </a:ln>
        </p:spPr>
      </p:sp>
      <p:sp>
        <p:nvSpPr>
          <p:cNvPr id="18" name="Прямоугольник 17">
            <a:extLst xmlns:a="http://schemas.openxmlformats.org/drawingml/2006/main">
              <a:ext uri="{FF2B5EF4-FFF2-40B4-BE49-F238E27FC236}">
                <a16:creationId xmlns:a16="http://schemas.microsoft.com/office/drawing/2014/main" id="{2B9C8541-D72C-42D0-A9D2-9FB80292E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124075"/>
            <a:ext cx="4772025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01</a:t>
            </a:r>
          </a:p>
        </p:txBody>
      </p:sp>
      <p:sp>
        <p:nvSpPr>
          <p:cNvPr id="19" name="Прямоугольник 18">
            <a:extLst xmlns:a="http://schemas.openxmlformats.org/drawingml/2006/main">
              <a:ext uri="{FF2B5EF4-FFF2-40B4-BE49-F238E27FC236}">
                <a16:creationId xmlns:a16="http://schemas.microsoft.com/office/drawing/2014/main" id="{4303C5A6-1BAD-4E05-B680-44B807351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543175"/>
            <a:ext cx="4772025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B7C1B7"/>
                </a:solidFill>
                <a:latin typeface="Arial"/>
                <a:ea typeface="Arial"/>
                <a:cs typeface="Arial"/>
              </a:defRPr>
            </a:pPr>
            <a:r>
              <a:t>Показываем проблему и её последствия.</a:t>
            </a:r>
          </a:p>
        </p:txBody>
      </p:sp>
      <p:sp>
        <p:nvSpPr>
          <p:cNvPr id="20" name="Прямоугольник 19">
            <a:extLst xmlns:a="http://schemas.openxmlformats.org/drawingml/2006/main">
              <a:ext uri="{FF2B5EF4-FFF2-40B4-BE49-F238E27FC236}">
                <a16:creationId xmlns:a16="http://schemas.microsoft.com/office/drawing/2014/main" id="{BEB43DAE-EBD7-4525-80D2-63DD0931A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952625"/>
            <a:ext cx="51911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0C"/>
          </a:solidFill>
          <a:ln xmlns:a="http://schemas.openxmlformats.org/drawingml/2006/main" w="9525">
            <a:solidFill>
              <a:srgbClr val="325A20"/>
            </a:solidFill>
            <a:prstDash val="solid"/>
          </a:ln>
        </p:spPr>
      </p:sp>
      <p:sp>
        <p:nvSpPr>
          <p:cNvPr id="21" name="Прямоугольник 20">
            <a:extLst xmlns:a="http://schemas.openxmlformats.org/drawingml/2006/main">
              <a:ext uri="{FF2B5EF4-FFF2-40B4-BE49-F238E27FC236}">
                <a16:creationId xmlns:a16="http://schemas.microsoft.com/office/drawing/2014/main" id="{9816E5E7-AEED-408E-8B06-4837F0E11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124075"/>
            <a:ext cx="4772025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02</a:t>
            </a:r>
          </a:p>
        </p:txBody>
      </p:sp>
      <p:sp>
        <p:nvSpPr>
          <p:cNvPr id="22" name="Прямоугольник 21">
            <a:extLst xmlns:a="http://schemas.openxmlformats.org/drawingml/2006/main">
              <a:ext uri="{FF2B5EF4-FFF2-40B4-BE49-F238E27FC236}">
                <a16:creationId xmlns:a16="http://schemas.microsoft.com/office/drawing/2014/main" id="{0D8DEF00-119C-4A6F-8AFD-41CA464D7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543175"/>
            <a:ext cx="4772025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B7C1B7"/>
                </a:solidFill>
                <a:latin typeface="Arial"/>
                <a:ea typeface="Arial"/>
                <a:cs typeface="Arial"/>
              </a:defRPr>
            </a:pPr>
            <a:r>
              <a:t>Приводим понятный пример из жизни потенциального клиента.</a:t>
            </a:r>
          </a:p>
        </p:txBody>
      </p:sp>
      <p:sp>
        <p:nvSpPr>
          <p:cNvPr id="23" name="Прямоугольник 22">
            <a:extLst xmlns:a="http://schemas.openxmlformats.org/drawingml/2006/main">
              <a:ext uri="{FF2B5EF4-FFF2-40B4-BE49-F238E27FC236}">
                <a16:creationId xmlns:a16="http://schemas.microsoft.com/office/drawing/2014/main" id="{91F4816C-D0BD-4A8D-BF15-394BC5875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905250"/>
            <a:ext cx="51911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0C"/>
          </a:solidFill>
          <a:ln xmlns:a="http://schemas.openxmlformats.org/drawingml/2006/main" w="9525">
            <a:solidFill>
              <a:srgbClr val="325A20"/>
            </a:solidFill>
            <a:prstDash val="solid"/>
          </a:ln>
        </p:spPr>
      </p:sp>
      <p:sp>
        <p:nvSpPr>
          <p:cNvPr id="24" name="Прямоугольник 23">
            <a:extLst xmlns:a="http://schemas.openxmlformats.org/drawingml/2006/main">
              <a:ext uri="{FF2B5EF4-FFF2-40B4-BE49-F238E27FC236}">
                <a16:creationId xmlns:a16="http://schemas.microsoft.com/office/drawing/2014/main" id="{1FC14B24-848C-47CB-B58E-A1BE2AD77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076700"/>
            <a:ext cx="4772025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03</a:t>
            </a:r>
          </a:p>
        </p:txBody>
      </p:sp>
      <p:sp>
        <p:nvSpPr>
          <p:cNvPr id="25" name="Прямоугольник 24">
            <a:extLst xmlns:a="http://schemas.openxmlformats.org/drawingml/2006/main">
              <a:ext uri="{FF2B5EF4-FFF2-40B4-BE49-F238E27FC236}">
                <a16:creationId xmlns:a16="http://schemas.microsoft.com/office/drawing/2014/main" id="{5F7CE2B0-9DE0-47D5-A73F-DF6530BDB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495800"/>
            <a:ext cx="4772025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B7C1B7"/>
                </a:solidFill>
                <a:latin typeface="Arial"/>
                <a:ea typeface="Arial"/>
                <a:cs typeface="Arial"/>
              </a:defRPr>
            </a:pPr>
            <a:r>
              <a:t>Выясняем отношение клиента к проблеме и текущей ситуации.</a:t>
            </a:r>
          </a:p>
        </p:txBody>
      </p:sp>
      <p:sp>
        <p:nvSpPr>
          <p:cNvPr id="26" name="Прямоугольник 25">
            <a:extLst xmlns:a="http://schemas.openxmlformats.org/drawingml/2006/main">
              <a:ext uri="{FF2B5EF4-FFF2-40B4-BE49-F238E27FC236}">
                <a16:creationId xmlns:a16="http://schemas.microsoft.com/office/drawing/2014/main" id="{1E42496C-5F6F-4C8F-B12F-52C993078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905250"/>
            <a:ext cx="51911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0C"/>
          </a:solidFill>
          <a:ln xmlns:a="http://schemas.openxmlformats.org/drawingml/2006/main" w="9525">
            <a:solidFill>
              <a:srgbClr val="325A20"/>
            </a:solidFill>
            <a:prstDash val="solid"/>
          </a:ln>
        </p:spPr>
      </p:sp>
      <p:sp>
        <p:nvSpPr>
          <p:cNvPr id="27" name="Прямоугольник 26">
            <a:extLst xmlns:a="http://schemas.openxmlformats.org/drawingml/2006/main">
              <a:ext uri="{FF2B5EF4-FFF2-40B4-BE49-F238E27FC236}">
                <a16:creationId xmlns:a16="http://schemas.microsoft.com/office/drawing/2014/main" id="{1B8487AE-C1B9-48B0-8A5A-06B428C3B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076700"/>
            <a:ext cx="4772025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04</a:t>
            </a:r>
          </a:p>
        </p:txBody>
      </p:sp>
      <p:sp>
        <p:nvSpPr>
          <p:cNvPr id="28" name="Прямоугольник 27">
            <a:extLst xmlns:a="http://schemas.openxmlformats.org/drawingml/2006/main">
              <a:ext uri="{FF2B5EF4-FFF2-40B4-BE49-F238E27FC236}">
                <a16:creationId xmlns:a16="http://schemas.microsoft.com/office/drawing/2014/main" id="{33AABDD6-FADF-47DB-8FA3-A03AF8059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495800"/>
            <a:ext cx="4772025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B7C1B7"/>
                </a:solidFill>
                <a:latin typeface="Arial"/>
                <a:ea typeface="Arial"/>
                <a:cs typeface="Arial"/>
              </a:defRPr>
            </a:pPr>
            <a:r>
              <a:t>Формируем мотивацию через текущие результаты, динамику ухудшения и путь клиента.</a:t>
            </a:r>
          </a:p>
        </p:txBody>
      </p:sp>
    </p:spTree>
    <p:extLst>
      <p:ext uri="{BB962C8B-B14F-4D97-AF65-F5344CB8AC3E}">
        <p14:creationId xmlns:p14="http://schemas.microsoft.com/office/powerpoint/2010/main" val="111390344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5070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Прямоугольник 28">
            <a:extLst xmlns:a="http://schemas.openxmlformats.org/drawingml/2006/main">
              <a:ext uri="{FF2B5EF4-FFF2-40B4-BE49-F238E27FC236}">
                <a16:creationId xmlns:a16="http://schemas.microsoft.com/office/drawing/2014/main" id="{232075BF-98F1-4ED3-B922-B2FA5989A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70C"/>
          </a:solidFill>
          <a:ln xmlns:a="http://schemas.openxmlformats.org/drawingml/2006/main" w="9525">
            <a:solidFill>
              <a:srgbClr val="0A1806"/>
            </a:solidFill>
            <a:prstDash val="solid"/>
          </a:ln>
        </p:spPr>
      </p:sp>
      <p:sp>
        <p:nvSpPr>
          <p:cNvPr id="2" name="Прямоугольник 1">
            <a:extLst xmlns:a="http://schemas.openxmlformats.org/drawingml/2006/main">
              <a:ext uri="{FF2B5EF4-FFF2-40B4-BE49-F238E27FC236}">
                <a16:creationId xmlns:a16="http://schemas.microsoft.com/office/drawing/2014/main" id="{D5B4C317-3368-4831-8135-D5EC48114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08"/>
          </a:solidFill>
          <a:ln xmlns:a="http://schemas.openxmlformats.org/drawingml/2006/main" w="9525">
            <a:solidFill>
              <a:srgbClr val="0A1806"/>
            </a:solidFill>
            <a:prstDash val="solid"/>
          </a:ln>
        </p:spPr>
      </p:sp>
      <p:sp>
        <p:nvSpPr>
          <p:cNvPr id="3" name="Прямоугольник 2">
            <a:extLst xmlns:a="http://schemas.openxmlformats.org/drawingml/2006/main">
              <a:ext uri="{FF2B5EF4-FFF2-40B4-BE49-F238E27FC236}">
                <a16:creationId xmlns:a16="http://schemas.microsoft.com/office/drawing/2014/main" id="{BE498227-9D9F-487C-AAB9-2E0C62BC5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806"/>
          </a:solidFill>
          <a:ln xmlns:a="http://schemas.openxmlformats.org/drawingml/2006/main" w="9525">
            <a:solidFill>
              <a:srgbClr val="0A1806"/>
            </a:solidFill>
            <a:prstDash val="solid"/>
          </a:ln>
        </p:spPr>
      </p:sp>
      <p:sp>
        <p:nvSpPr>
          <p:cNvPr id="4" name="Прямоугольник 3">
            <a:extLst xmlns:a="http://schemas.openxmlformats.org/drawingml/2006/main">
              <a:ext uri="{FF2B5EF4-FFF2-40B4-BE49-F238E27FC236}">
                <a16:creationId xmlns:a16="http://schemas.microsoft.com/office/drawing/2014/main" id="{867CD0E7-4044-4611-B3B3-282CACBE7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70C"/>
          </a:solidFill>
          <a:ln xmlns:a="http://schemas.openxmlformats.org/drawingml/2006/main" w="9525">
            <a:solidFill>
              <a:srgbClr val="0A1806"/>
            </a:solidFill>
            <a:prstDash val="solid"/>
          </a:ln>
        </p:spPr>
      </p:sp>
      <p:sp>
        <p:nvSpPr>
          <p:cNvPr id="5" name="Прямоугольник 4">
            <a:extLst xmlns:a="http://schemas.openxmlformats.org/drawingml/2006/main">
              <a:ext uri="{FF2B5EF4-FFF2-40B4-BE49-F238E27FC236}">
                <a16:creationId xmlns:a16="http://schemas.microsoft.com/office/drawing/2014/main" id="{DEF9652E-29F7-4798-A7B7-286009C8C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08"/>
          </a:solidFill>
          <a:ln xmlns:a="http://schemas.openxmlformats.org/drawingml/2006/main" w="9525">
            <a:solidFill>
              <a:srgbClr val="0A1806"/>
            </a:solidFill>
            <a:prstDash val="solid"/>
          </a:ln>
        </p:spPr>
      </p:sp>
      <p:sp>
        <p:nvSpPr>
          <p:cNvPr id="6" name="Прямоугольник 5">
            <a:extLst xmlns:a="http://schemas.openxmlformats.org/drawingml/2006/main">
              <a:ext uri="{FF2B5EF4-FFF2-40B4-BE49-F238E27FC236}">
                <a16:creationId xmlns:a16="http://schemas.microsoft.com/office/drawing/2014/main" id="{2320E032-B4E2-4583-8376-C445F92B5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806"/>
          </a:solidFill>
          <a:ln xmlns:a="http://schemas.openxmlformats.org/drawingml/2006/main" w="9525">
            <a:solidFill>
              <a:srgbClr val="0A1806"/>
            </a:solidFill>
            <a:prstDash val="solid"/>
          </a:ln>
        </p:spPr>
      </p:sp>
      <p:sp>
        <p:nvSpPr>
          <p:cNvPr id="7" name="Прямоугольник 6">
            <a:extLst xmlns:a="http://schemas.openxmlformats.org/drawingml/2006/main">
              <a:ext uri="{FF2B5EF4-FFF2-40B4-BE49-F238E27FC236}">
                <a16:creationId xmlns:a16="http://schemas.microsoft.com/office/drawing/2014/main" id="{4AE354EE-3321-4ED3-9702-EE4DBDFA4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70C"/>
          </a:solidFill>
          <a:ln xmlns:a="http://schemas.openxmlformats.org/drawingml/2006/main" w="9525">
            <a:solidFill>
              <a:srgbClr val="0A1806"/>
            </a:solidFill>
            <a:prstDash val="solid"/>
          </a:ln>
        </p:spPr>
      </p:sp>
      <p:sp>
        <p:nvSpPr>
          <p:cNvPr id="8" name="Прямоугольник 7">
            <a:extLst xmlns:a="http://schemas.openxmlformats.org/drawingml/2006/main">
              <a:ext uri="{FF2B5EF4-FFF2-40B4-BE49-F238E27FC236}">
                <a16:creationId xmlns:a16="http://schemas.microsoft.com/office/drawing/2014/main" id="{E2044C57-EE7F-4F77-8159-16D1B56F4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08"/>
          </a:solidFill>
          <a:ln xmlns:a="http://schemas.openxmlformats.org/drawingml/2006/main" w="9525">
            <a:solidFill>
              <a:srgbClr val="0A1806"/>
            </a:solidFill>
            <a:prstDash val="solid"/>
          </a:ln>
        </p:spPr>
      </p:sp>
      <p:sp>
        <p:nvSpPr>
          <p:cNvPr id="9" name="Прямоугольник 8">
            <a:extLst xmlns:a="http://schemas.openxmlformats.org/drawingml/2006/main">
              <a:ext uri="{FF2B5EF4-FFF2-40B4-BE49-F238E27FC236}">
                <a16:creationId xmlns:a16="http://schemas.microsoft.com/office/drawing/2014/main" id="{5ED904E5-61CB-41E6-A139-098E8FA71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806"/>
          </a:solidFill>
          <a:ln xmlns:a="http://schemas.openxmlformats.org/drawingml/2006/main" w="9525">
            <a:solidFill>
              <a:srgbClr val="0A1806"/>
            </a:solidFill>
            <a:prstDash val="solid"/>
          </a:ln>
        </p:spPr>
      </p:sp>
      <p:sp>
        <p:nvSpPr>
          <p:cNvPr id="10" name="Прямоугольник 9">
            <a:extLst xmlns:a="http://schemas.openxmlformats.org/drawingml/2006/main">
              <a:ext uri="{FF2B5EF4-FFF2-40B4-BE49-F238E27FC236}">
                <a16:creationId xmlns:a16="http://schemas.microsoft.com/office/drawing/2014/main" id="{E51F9C2A-4298-41DD-BA07-B849FDDE4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70C"/>
          </a:solidFill>
          <a:ln xmlns:a="http://schemas.openxmlformats.org/drawingml/2006/main" w="9525">
            <a:solidFill>
              <a:srgbClr val="0A1806"/>
            </a:solidFill>
            <a:prstDash val="solid"/>
          </a:ln>
        </p:spPr>
      </p:sp>
      <p:sp>
        <p:nvSpPr>
          <p:cNvPr id="11" name="Прямоугольник 10">
            <a:extLst xmlns:a="http://schemas.openxmlformats.org/drawingml/2006/main">
              <a:ext uri="{FF2B5EF4-FFF2-40B4-BE49-F238E27FC236}">
                <a16:creationId xmlns:a16="http://schemas.microsoft.com/office/drawing/2014/main" id="{2AA21A48-609C-4052-B9C3-FA4313785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08"/>
          </a:solidFill>
          <a:ln xmlns:a="http://schemas.openxmlformats.org/drawingml/2006/main" w="9525">
            <a:solidFill>
              <a:srgbClr val="0A1806"/>
            </a:solidFill>
            <a:prstDash val="solid"/>
          </a:ln>
        </p:spPr>
      </p:sp>
      <p:sp>
        <p:nvSpPr>
          <p:cNvPr id="12" name="Прямоугольник 11">
            <a:extLst xmlns:a="http://schemas.openxmlformats.org/drawingml/2006/main">
              <a:ext uri="{FF2B5EF4-FFF2-40B4-BE49-F238E27FC236}">
                <a16:creationId xmlns:a16="http://schemas.microsoft.com/office/drawing/2014/main" id="{545746DD-98C5-4A9C-A515-41FBBA275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706">
              <a:alpha val="66667"/>
            </a:srgbClr>
          </a:solidFill>
          <a:ln xmlns:a="http://schemas.openxmlformats.org/drawingml/2006/main" w="9525">
            <a:solidFill>
              <a:srgbClr val="050706"/>
            </a:solidFill>
            <a:prstDash val="solid"/>
          </a:ln>
        </p:spPr>
      </p:sp>
      <p:sp>
        <p:nvSpPr>
          <p:cNvPr id="13" name="Прямоугольник 12">
            <a:extLst xmlns:a="http://schemas.openxmlformats.org/drawingml/2006/main">
              <a:ext uri="{FF2B5EF4-FFF2-40B4-BE49-F238E27FC236}">
                <a16:creationId xmlns:a16="http://schemas.microsoft.com/office/drawing/2014/main" id="{71D0E012-A522-43A6-991E-5F6753462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66700"/>
            <a:ext cx="2524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A08"/>
          </a:solidFill>
          <a:ln xmlns:a="http://schemas.openxmlformats.org/drawingml/2006/main" w="9525">
            <a:solidFill>
              <a:srgbClr val="62D218"/>
            </a:solidFill>
            <a:prstDash val="solid"/>
          </a:ln>
        </p:spPr>
      </p:sp>
      <p:sp>
        <p:nvSpPr>
          <p:cNvPr id="14" name="Прямоугольник 13">
            <a:extLst xmlns:a="http://schemas.openxmlformats.org/drawingml/2006/main">
              <a:ext uri="{FF2B5EF4-FFF2-40B4-BE49-F238E27FC236}">
                <a16:creationId xmlns:a16="http://schemas.microsoft.com/office/drawing/2014/main" id="{47A6E3DD-64BB-4530-A634-C82961112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2333625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E8F8DF"/>
                </a:solidFill>
                <a:latin typeface="Arial"/>
                <a:ea typeface="Arial"/>
                <a:cs typeface="Arial"/>
              </a:defRPr>
            </a:pPr>
            <a:r>
              <a:t>ФОРМИРОВАНИЕ ПОТРЕБНОСТИ</a:t>
            </a:r>
          </a:p>
        </p:txBody>
      </p:sp>
      <p:sp>
        <p:nvSpPr>
          <p:cNvPr id="15" name="Прямоугольник 14">
            <a:extLst xmlns:a="http://schemas.openxmlformats.org/drawingml/2006/main">
              <a:ext uri="{FF2B5EF4-FFF2-40B4-BE49-F238E27FC236}">
                <a16:creationId xmlns:a16="http://schemas.microsoft.com/office/drawing/2014/main" id="{D148D826-8D1F-46E2-BB5D-4E4FF6D0B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85750"/>
            <a:ext cx="428625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B7C1B7"/>
                </a:solidFill>
                <a:latin typeface="Arial"/>
                <a:ea typeface="Arial"/>
                <a:cs typeface="Arial"/>
              </a:defRPr>
            </a:pPr>
            <a:r>
              <a:t>06</a:t>
            </a:r>
          </a:p>
        </p:txBody>
      </p:sp>
      <p:sp>
        <p:nvSpPr>
          <p:cNvPr id="16" name="Прямоугольник 15">
            <a:extLst xmlns:a="http://schemas.openxmlformats.org/drawingml/2006/main">
              <a:ext uri="{FF2B5EF4-FFF2-40B4-BE49-F238E27FC236}">
                <a16:creationId xmlns:a16="http://schemas.microsoft.com/office/drawing/2014/main" id="{A3D4B25A-785F-42BC-9083-E44E6B377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110490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АЛГОРИТМ ФОРМИРОВАНИЯ ПОТРЕБНОСТИ</a:t>
            </a:r>
          </a:p>
        </p:txBody>
      </p:sp>
      <p:sp>
        <p:nvSpPr>
          <p:cNvPr id="17" name="Прямоугольник 16">
            <a:extLst xmlns:a="http://schemas.openxmlformats.org/drawingml/2006/main">
              <a:ext uri="{FF2B5EF4-FFF2-40B4-BE49-F238E27FC236}">
                <a16:creationId xmlns:a16="http://schemas.microsoft.com/office/drawing/2014/main" id="{0CEB3D34-4EAC-4A43-A532-3084AFB80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52625"/>
            <a:ext cx="51911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0C"/>
          </a:solidFill>
          <a:ln xmlns:a="http://schemas.openxmlformats.org/drawingml/2006/main" w="9525">
            <a:solidFill>
              <a:srgbClr val="325A20"/>
            </a:solidFill>
            <a:prstDash val="solid"/>
          </a:ln>
        </p:spPr>
      </p:sp>
      <p:sp>
        <p:nvSpPr>
          <p:cNvPr id="18" name="Прямоугольник 17">
            <a:extLst xmlns:a="http://schemas.openxmlformats.org/drawingml/2006/main">
              <a:ext uri="{FF2B5EF4-FFF2-40B4-BE49-F238E27FC236}">
                <a16:creationId xmlns:a16="http://schemas.microsoft.com/office/drawing/2014/main" id="{2B9C8541-D72C-42D0-A9D2-9FB80292E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124075"/>
            <a:ext cx="4772025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01</a:t>
            </a:r>
          </a:p>
        </p:txBody>
      </p:sp>
      <p:sp>
        <p:nvSpPr>
          <p:cNvPr id="19" name="Прямоугольник 18">
            <a:extLst xmlns:a="http://schemas.openxmlformats.org/drawingml/2006/main">
              <a:ext uri="{FF2B5EF4-FFF2-40B4-BE49-F238E27FC236}">
                <a16:creationId xmlns:a16="http://schemas.microsoft.com/office/drawing/2014/main" id="{4303C5A6-1BAD-4E05-B680-44B807351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543175"/>
            <a:ext cx="4772025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B7C1B7"/>
                </a:solidFill>
                <a:latin typeface="Arial"/>
                <a:ea typeface="Arial"/>
                <a:cs typeface="Arial"/>
              </a:defRPr>
            </a:pPr>
            <a:r>
              <a:t>Показываем проблему и её последствия.</a:t>
            </a:r>
          </a:p>
        </p:txBody>
      </p:sp>
      <p:sp>
        <p:nvSpPr>
          <p:cNvPr id="20" name="Прямоугольник 19">
            <a:extLst xmlns:a="http://schemas.openxmlformats.org/drawingml/2006/main">
              <a:ext uri="{FF2B5EF4-FFF2-40B4-BE49-F238E27FC236}">
                <a16:creationId xmlns:a16="http://schemas.microsoft.com/office/drawing/2014/main" id="{BEB43DAE-EBD7-4525-80D2-63DD0931A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952625"/>
            <a:ext cx="51911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0C"/>
          </a:solidFill>
          <a:ln xmlns:a="http://schemas.openxmlformats.org/drawingml/2006/main" w="9525">
            <a:solidFill>
              <a:srgbClr val="325A20"/>
            </a:solidFill>
            <a:prstDash val="solid"/>
          </a:ln>
        </p:spPr>
      </p:sp>
      <p:sp>
        <p:nvSpPr>
          <p:cNvPr id="21" name="Прямоугольник 20">
            <a:extLst xmlns:a="http://schemas.openxmlformats.org/drawingml/2006/main">
              <a:ext uri="{FF2B5EF4-FFF2-40B4-BE49-F238E27FC236}">
                <a16:creationId xmlns:a16="http://schemas.microsoft.com/office/drawing/2014/main" id="{9816E5E7-AEED-408E-8B06-4837F0E11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124075"/>
            <a:ext cx="4772025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02</a:t>
            </a:r>
          </a:p>
        </p:txBody>
      </p:sp>
      <p:sp>
        <p:nvSpPr>
          <p:cNvPr id="22" name="Прямоугольник 21">
            <a:extLst xmlns:a="http://schemas.openxmlformats.org/drawingml/2006/main">
              <a:ext uri="{FF2B5EF4-FFF2-40B4-BE49-F238E27FC236}">
                <a16:creationId xmlns:a16="http://schemas.microsoft.com/office/drawing/2014/main" id="{0D8DEF00-119C-4A6F-8AFD-41CA464D7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543175"/>
            <a:ext cx="4772025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B7C1B7"/>
                </a:solidFill>
                <a:latin typeface="Arial"/>
                <a:ea typeface="Arial"/>
                <a:cs typeface="Arial"/>
              </a:defRPr>
            </a:pPr>
            <a:r>
              <a:t>Приводим понятный пример из жизни потенциального клиента.</a:t>
            </a:r>
          </a:p>
        </p:txBody>
      </p:sp>
      <p:sp>
        <p:nvSpPr>
          <p:cNvPr id="23" name="Прямоугольник 22">
            <a:extLst xmlns:a="http://schemas.openxmlformats.org/drawingml/2006/main">
              <a:ext uri="{FF2B5EF4-FFF2-40B4-BE49-F238E27FC236}">
                <a16:creationId xmlns:a16="http://schemas.microsoft.com/office/drawing/2014/main" id="{91F4816C-D0BD-4A8D-BF15-394BC5875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905250"/>
            <a:ext cx="51911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0C"/>
          </a:solidFill>
          <a:ln xmlns:a="http://schemas.openxmlformats.org/drawingml/2006/main" w="9525">
            <a:solidFill>
              <a:srgbClr val="325A20"/>
            </a:solidFill>
            <a:prstDash val="solid"/>
          </a:ln>
        </p:spPr>
      </p:sp>
      <p:sp>
        <p:nvSpPr>
          <p:cNvPr id="24" name="Прямоугольник 23">
            <a:extLst xmlns:a="http://schemas.openxmlformats.org/drawingml/2006/main">
              <a:ext uri="{FF2B5EF4-FFF2-40B4-BE49-F238E27FC236}">
                <a16:creationId xmlns:a16="http://schemas.microsoft.com/office/drawing/2014/main" id="{1FC14B24-848C-47CB-B58E-A1BE2AD77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076700"/>
            <a:ext cx="4772025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03</a:t>
            </a:r>
          </a:p>
        </p:txBody>
      </p:sp>
      <p:sp>
        <p:nvSpPr>
          <p:cNvPr id="25" name="Прямоугольник 24">
            <a:extLst xmlns:a="http://schemas.openxmlformats.org/drawingml/2006/main">
              <a:ext uri="{FF2B5EF4-FFF2-40B4-BE49-F238E27FC236}">
                <a16:creationId xmlns:a16="http://schemas.microsoft.com/office/drawing/2014/main" id="{5F7CE2B0-9DE0-47D5-A73F-DF6530BDB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495800"/>
            <a:ext cx="4772025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B7C1B7"/>
                </a:solidFill>
                <a:latin typeface="Arial"/>
                <a:ea typeface="Arial"/>
                <a:cs typeface="Arial"/>
              </a:defRPr>
            </a:pPr>
            <a:r>
              <a:t>Выясняем отношение клиента к проблеме и текущей ситуации.</a:t>
            </a:r>
          </a:p>
        </p:txBody>
      </p:sp>
      <p:sp>
        <p:nvSpPr>
          <p:cNvPr id="26" name="Прямоугольник 25">
            <a:extLst xmlns:a="http://schemas.openxmlformats.org/drawingml/2006/main">
              <a:ext uri="{FF2B5EF4-FFF2-40B4-BE49-F238E27FC236}">
                <a16:creationId xmlns:a16="http://schemas.microsoft.com/office/drawing/2014/main" id="{1E42496C-5F6F-4C8F-B12F-52C993078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905250"/>
            <a:ext cx="51911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0C"/>
          </a:solidFill>
          <a:ln xmlns:a="http://schemas.openxmlformats.org/drawingml/2006/main" w="9525">
            <a:solidFill>
              <a:srgbClr val="325A20"/>
            </a:solidFill>
            <a:prstDash val="solid"/>
          </a:ln>
        </p:spPr>
      </p:sp>
      <p:sp>
        <p:nvSpPr>
          <p:cNvPr id="27" name="Прямоугольник 26">
            <a:extLst xmlns:a="http://schemas.openxmlformats.org/drawingml/2006/main">
              <a:ext uri="{FF2B5EF4-FFF2-40B4-BE49-F238E27FC236}">
                <a16:creationId xmlns:a16="http://schemas.microsoft.com/office/drawing/2014/main" id="{1B8487AE-C1B9-48B0-8A5A-06B428C3B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076700"/>
            <a:ext cx="4772025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04</a:t>
            </a:r>
          </a:p>
        </p:txBody>
      </p:sp>
      <p:sp>
        <p:nvSpPr>
          <p:cNvPr id="28" name="Прямоугольник 27">
            <a:extLst xmlns:a="http://schemas.openxmlformats.org/drawingml/2006/main">
              <a:ext uri="{FF2B5EF4-FFF2-40B4-BE49-F238E27FC236}">
                <a16:creationId xmlns:a16="http://schemas.microsoft.com/office/drawing/2014/main" id="{33AABDD6-FADF-47DB-8FA3-A03AF8059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495800"/>
            <a:ext cx="4772025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B7C1B7"/>
                </a:solidFill>
                <a:latin typeface="Arial"/>
                <a:ea typeface="Arial"/>
                <a:cs typeface="Arial"/>
              </a:defRPr>
            </a:pPr>
            <a:r>
              <a:t>Формируем мотивацию через текущие результаты, динамику ухудшения и путь клиента.</a:t>
            </a:r>
          </a:p>
        </p:txBody>
      </p:sp>
    </p:spTree>
    <p:extLst>
      <p:ext uri="{BB962C8B-B14F-4D97-AF65-F5344CB8AC3E}">
        <p14:creationId xmlns:p14="http://schemas.microsoft.com/office/powerpoint/2010/main" val="111390344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5070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Прямоугольник 28">
            <a:extLst xmlns:a="http://schemas.openxmlformats.org/drawingml/2006/main">
              <a:ext uri="{FF2B5EF4-FFF2-40B4-BE49-F238E27FC236}">
                <a16:creationId xmlns:a16="http://schemas.microsoft.com/office/drawing/2014/main" id="{4A0627CD-0CDC-4FAB-950B-6B035A117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70C"/>
          </a:solidFill>
          <a:ln xmlns:a="http://schemas.openxmlformats.org/drawingml/2006/main" w="9525">
            <a:solidFill>
              <a:srgbClr val="0A1806"/>
            </a:solidFill>
            <a:prstDash val="solid"/>
          </a:ln>
        </p:spPr>
      </p:sp>
      <p:sp>
        <p:nvSpPr>
          <p:cNvPr id="2" name="Прямоугольник 1">
            <a:extLst xmlns:a="http://schemas.openxmlformats.org/drawingml/2006/main">
              <a:ext uri="{FF2B5EF4-FFF2-40B4-BE49-F238E27FC236}">
                <a16:creationId xmlns:a16="http://schemas.microsoft.com/office/drawing/2014/main" id="{D1F6DF56-9C6C-4CE1-A931-1AA843E5B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08"/>
          </a:solidFill>
          <a:ln xmlns:a="http://schemas.openxmlformats.org/drawingml/2006/main" w="9525">
            <a:solidFill>
              <a:srgbClr val="0A1806"/>
            </a:solidFill>
            <a:prstDash val="solid"/>
          </a:ln>
        </p:spPr>
      </p:sp>
      <p:sp>
        <p:nvSpPr>
          <p:cNvPr id="3" name="Прямоугольник 2">
            <a:extLst xmlns:a="http://schemas.openxmlformats.org/drawingml/2006/main">
              <a:ext uri="{FF2B5EF4-FFF2-40B4-BE49-F238E27FC236}">
                <a16:creationId xmlns:a16="http://schemas.microsoft.com/office/drawing/2014/main" id="{61A18E01-5AF2-43E9-9FBB-D01F9F3A5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806"/>
          </a:solidFill>
          <a:ln xmlns:a="http://schemas.openxmlformats.org/drawingml/2006/main" w="9525">
            <a:solidFill>
              <a:srgbClr val="0A1806"/>
            </a:solidFill>
            <a:prstDash val="solid"/>
          </a:ln>
        </p:spPr>
      </p:sp>
      <p:sp>
        <p:nvSpPr>
          <p:cNvPr id="4" name="Прямоугольник 3">
            <a:extLst xmlns:a="http://schemas.openxmlformats.org/drawingml/2006/main">
              <a:ext uri="{FF2B5EF4-FFF2-40B4-BE49-F238E27FC236}">
                <a16:creationId xmlns:a16="http://schemas.microsoft.com/office/drawing/2014/main" id="{39A74E1D-C3F3-4A99-A1EB-BC9BFF983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70C"/>
          </a:solidFill>
          <a:ln xmlns:a="http://schemas.openxmlformats.org/drawingml/2006/main" w="9525">
            <a:solidFill>
              <a:srgbClr val="0A1806"/>
            </a:solidFill>
            <a:prstDash val="solid"/>
          </a:ln>
        </p:spPr>
      </p:sp>
      <p:sp>
        <p:nvSpPr>
          <p:cNvPr id="5" name="Прямоугольник 4">
            <a:extLst xmlns:a="http://schemas.openxmlformats.org/drawingml/2006/main">
              <a:ext uri="{FF2B5EF4-FFF2-40B4-BE49-F238E27FC236}">
                <a16:creationId xmlns:a16="http://schemas.microsoft.com/office/drawing/2014/main" id="{2D3B3220-AE40-45D9-9018-2CE3C59A3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08"/>
          </a:solidFill>
          <a:ln xmlns:a="http://schemas.openxmlformats.org/drawingml/2006/main" w="9525">
            <a:solidFill>
              <a:srgbClr val="0A1806"/>
            </a:solidFill>
            <a:prstDash val="solid"/>
          </a:ln>
        </p:spPr>
      </p:sp>
      <p:sp>
        <p:nvSpPr>
          <p:cNvPr id="6" name="Прямоугольник 5">
            <a:extLst xmlns:a="http://schemas.openxmlformats.org/drawingml/2006/main">
              <a:ext uri="{FF2B5EF4-FFF2-40B4-BE49-F238E27FC236}">
                <a16:creationId xmlns:a16="http://schemas.microsoft.com/office/drawing/2014/main" id="{552FDF28-7594-4945-9732-6A95CD8D4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806"/>
          </a:solidFill>
          <a:ln xmlns:a="http://schemas.openxmlformats.org/drawingml/2006/main" w="9525">
            <a:solidFill>
              <a:srgbClr val="0A1806"/>
            </a:solidFill>
            <a:prstDash val="solid"/>
          </a:ln>
        </p:spPr>
      </p:sp>
      <p:sp>
        <p:nvSpPr>
          <p:cNvPr id="7" name="Прямоугольник 6">
            <a:extLst xmlns:a="http://schemas.openxmlformats.org/drawingml/2006/main">
              <a:ext uri="{FF2B5EF4-FFF2-40B4-BE49-F238E27FC236}">
                <a16:creationId xmlns:a16="http://schemas.microsoft.com/office/drawing/2014/main" id="{8D0B36F0-9440-4B0D-8BA8-221739398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70C"/>
          </a:solidFill>
          <a:ln xmlns:a="http://schemas.openxmlformats.org/drawingml/2006/main" w="9525">
            <a:solidFill>
              <a:srgbClr val="0A1806"/>
            </a:solidFill>
            <a:prstDash val="solid"/>
          </a:ln>
        </p:spPr>
      </p:sp>
      <p:sp>
        <p:nvSpPr>
          <p:cNvPr id="8" name="Прямоугольник 7">
            <a:extLst xmlns:a="http://schemas.openxmlformats.org/drawingml/2006/main">
              <a:ext uri="{FF2B5EF4-FFF2-40B4-BE49-F238E27FC236}">
                <a16:creationId xmlns:a16="http://schemas.microsoft.com/office/drawing/2014/main" id="{089BCDDB-6756-4EA3-A066-D22E3759C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08"/>
          </a:solidFill>
          <a:ln xmlns:a="http://schemas.openxmlformats.org/drawingml/2006/main" w="9525">
            <a:solidFill>
              <a:srgbClr val="0A1806"/>
            </a:solidFill>
            <a:prstDash val="solid"/>
          </a:ln>
        </p:spPr>
      </p:sp>
      <p:sp>
        <p:nvSpPr>
          <p:cNvPr id="9" name="Прямоугольник 8">
            <a:extLst xmlns:a="http://schemas.openxmlformats.org/drawingml/2006/main">
              <a:ext uri="{FF2B5EF4-FFF2-40B4-BE49-F238E27FC236}">
                <a16:creationId xmlns:a16="http://schemas.microsoft.com/office/drawing/2014/main" id="{B7C568DF-DD6E-492D-BB0A-C661CF0B1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806"/>
          </a:solidFill>
          <a:ln xmlns:a="http://schemas.openxmlformats.org/drawingml/2006/main" w="9525">
            <a:solidFill>
              <a:srgbClr val="0A1806"/>
            </a:solidFill>
            <a:prstDash val="solid"/>
          </a:ln>
        </p:spPr>
      </p:sp>
      <p:sp>
        <p:nvSpPr>
          <p:cNvPr id="10" name="Прямоугольник 9">
            <a:extLst xmlns:a="http://schemas.openxmlformats.org/drawingml/2006/main">
              <a:ext uri="{FF2B5EF4-FFF2-40B4-BE49-F238E27FC236}">
                <a16:creationId xmlns:a16="http://schemas.microsoft.com/office/drawing/2014/main" id="{00DAA4D1-A8DF-419E-82DE-4627BBEC5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70C"/>
          </a:solidFill>
          <a:ln xmlns:a="http://schemas.openxmlformats.org/drawingml/2006/main" w="9525">
            <a:solidFill>
              <a:srgbClr val="0A1806"/>
            </a:solidFill>
            <a:prstDash val="solid"/>
          </a:ln>
        </p:spPr>
      </p:sp>
      <p:sp>
        <p:nvSpPr>
          <p:cNvPr id="11" name="Прямоугольник 10">
            <a:extLst xmlns:a="http://schemas.openxmlformats.org/drawingml/2006/main">
              <a:ext uri="{FF2B5EF4-FFF2-40B4-BE49-F238E27FC236}">
                <a16:creationId xmlns:a16="http://schemas.microsoft.com/office/drawing/2014/main" id="{34640555-A71E-42A8-B854-5374C7BFE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08"/>
          </a:solidFill>
          <a:ln xmlns:a="http://schemas.openxmlformats.org/drawingml/2006/main" w="9525">
            <a:solidFill>
              <a:srgbClr val="0A1806"/>
            </a:solidFill>
            <a:prstDash val="solid"/>
          </a:ln>
        </p:spPr>
      </p:sp>
      <p:sp>
        <p:nvSpPr>
          <p:cNvPr id="12" name="Прямоугольник 11">
            <a:extLst xmlns:a="http://schemas.openxmlformats.org/drawingml/2006/main">
              <a:ext uri="{FF2B5EF4-FFF2-40B4-BE49-F238E27FC236}">
                <a16:creationId xmlns:a16="http://schemas.microsoft.com/office/drawing/2014/main" id="{CE8C2040-C33D-4D69-8AAF-18D33CD84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706">
              <a:alpha val="66667"/>
            </a:srgbClr>
          </a:solidFill>
          <a:ln xmlns:a="http://schemas.openxmlformats.org/drawingml/2006/main" w="9525">
            <a:solidFill>
              <a:srgbClr val="050706"/>
            </a:solidFill>
            <a:prstDash val="solid"/>
          </a:ln>
        </p:spPr>
      </p:sp>
      <p:sp>
        <p:nvSpPr>
          <p:cNvPr id="13" name="Прямоугольник 12">
            <a:extLst xmlns:a="http://schemas.openxmlformats.org/drawingml/2006/main">
              <a:ext uri="{FF2B5EF4-FFF2-40B4-BE49-F238E27FC236}">
                <a16:creationId xmlns:a16="http://schemas.microsoft.com/office/drawing/2014/main" id="{687F6A6A-B18E-4C5B-B6EF-923B924E1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66700"/>
            <a:ext cx="2524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A08"/>
          </a:solidFill>
          <a:ln xmlns:a="http://schemas.openxmlformats.org/drawingml/2006/main" w="9525">
            <a:solidFill>
              <a:srgbClr val="62D218"/>
            </a:solidFill>
            <a:prstDash val="solid"/>
          </a:ln>
        </p:spPr>
      </p:sp>
      <p:sp>
        <p:nvSpPr>
          <p:cNvPr id="14" name="Прямоугольник 13">
            <a:extLst xmlns:a="http://schemas.openxmlformats.org/drawingml/2006/main">
              <a:ext uri="{FF2B5EF4-FFF2-40B4-BE49-F238E27FC236}">
                <a16:creationId xmlns:a16="http://schemas.microsoft.com/office/drawing/2014/main" id="{C91DE506-CAA6-4AB2-97AB-5291C8033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2333625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E8F8DF"/>
                </a:solidFill>
                <a:latin typeface="Arial"/>
                <a:ea typeface="Arial"/>
                <a:cs typeface="Arial"/>
              </a:defRPr>
            </a:pPr>
            <a:r>
              <a:t>ФОРМИРОВАНИЕ ПОТРЕБНОСТИ</a:t>
            </a:r>
          </a:p>
        </p:txBody>
      </p:sp>
      <p:sp>
        <p:nvSpPr>
          <p:cNvPr id="15" name="Прямоугольник 14">
            <a:extLst xmlns:a="http://schemas.openxmlformats.org/drawingml/2006/main">
              <a:ext uri="{FF2B5EF4-FFF2-40B4-BE49-F238E27FC236}">
                <a16:creationId xmlns:a16="http://schemas.microsoft.com/office/drawing/2014/main" id="{4613D925-F701-4B34-A182-B33BF24DC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85750"/>
            <a:ext cx="428625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B7C1B7"/>
                </a:solidFill>
                <a:latin typeface="Arial"/>
                <a:ea typeface="Arial"/>
                <a:cs typeface="Arial"/>
              </a:defRPr>
            </a:pPr>
            <a:r>
              <a:t>07</a:t>
            </a:r>
          </a:p>
        </p:txBody>
      </p:sp>
      <p:sp>
        <p:nvSpPr>
          <p:cNvPr id="16" name="Прямоугольник 15">
            <a:extLst xmlns:a="http://schemas.openxmlformats.org/drawingml/2006/main">
              <a:ext uri="{FF2B5EF4-FFF2-40B4-BE49-F238E27FC236}">
                <a16:creationId xmlns:a16="http://schemas.microsoft.com/office/drawing/2014/main" id="{D4515EDE-2744-4ADF-9DE9-DA28D81D3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110490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ШАГ 1. ПОКАЗЫВАЕМ ПРОБЛЕМУ И ПОСЛЕДСТВИЯ</a:t>
            </a:r>
          </a:p>
        </p:txBody>
      </p:sp>
      <p:sp>
        <p:nvSpPr>
          <p:cNvPr id="17" name="Прямоугольник 16">
            <a:extLst xmlns:a="http://schemas.openxmlformats.org/drawingml/2006/main">
              <a:ext uri="{FF2B5EF4-FFF2-40B4-BE49-F238E27FC236}">
                <a16:creationId xmlns:a16="http://schemas.microsoft.com/office/drawing/2014/main" id="{F88EA3AD-2DCA-4DBD-968C-D45EC5B34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52625"/>
            <a:ext cx="519112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0C"/>
          </a:solidFill>
          <a:ln xmlns:a="http://schemas.openxmlformats.org/drawingml/2006/main" w="9525">
            <a:solidFill>
              <a:srgbClr val="325A20"/>
            </a:solidFill>
            <a:prstDash val="solid"/>
          </a:ln>
        </p:spPr>
      </p:sp>
      <p:sp>
        <p:nvSpPr>
          <p:cNvPr id="18" name="Прямоугольник 17">
            <a:extLst xmlns:a="http://schemas.openxmlformats.org/drawingml/2006/main">
              <a:ext uri="{FF2B5EF4-FFF2-40B4-BE49-F238E27FC236}">
                <a16:creationId xmlns:a16="http://schemas.microsoft.com/office/drawing/2014/main" id="{00B6A36E-CD9A-42C7-9B96-4E3ECE6AC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124075"/>
            <a:ext cx="4772025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ЧТО ДЕЛАЕМ</a:t>
            </a:r>
          </a:p>
        </p:txBody>
      </p:sp>
      <p:sp>
        <p:nvSpPr>
          <p:cNvPr id="19" name="Прямоугольник 18">
            <a:extLst xmlns:a="http://schemas.openxmlformats.org/drawingml/2006/main">
              <a:ext uri="{FF2B5EF4-FFF2-40B4-BE49-F238E27FC236}">
                <a16:creationId xmlns:a16="http://schemas.microsoft.com/office/drawing/2014/main" id="{5E7771A5-DFA7-4A0F-AB1F-2A5DE6193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543175"/>
            <a:ext cx="4772025" cy="971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B7C1B7"/>
                </a:solidFill>
                <a:latin typeface="Arial"/>
                <a:ea typeface="Arial"/>
                <a:cs typeface="Arial"/>
              </a:defRPr>
            </a:pPr>
            <a:r>
              <a:t>Озвучиваем конкретную проблему, найденную при анализе карточки, и объясняем её возможные последствия.</a:t>
            </a:r>
          </a:p>
        </p:txBody>
      </p:sp>
      <p:sp>
        <p:nvSpPr>
          <p:cNvPr id="20" name="Прямоугольник 19">
            <a:extLst xmlns:a="http://schemas.openxmlformats.org/drawingml/2006/main">
              <a:ext uri="{FF2B5EF4-FFF2-40B4-BE49-F238E27FC236}">
                <a16:creationId xmlns:a16="http://schemas.microsoft.com/office/drawing/2014/main" id="{9360CF19-7C89-4B0F-B671-FAD8B7AF8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952625"/>
            <a:ext cx="54768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0C"/>
          </a:solidFill>
          <a:ln xmlns:a="http://schemas.openxmlformats.org/drawingml/2006/main" w="9525">
            <a:solidFill>
              <a:srgbClr val="325A20"/>
            </a:solidFill>
            <a:prstDash val="solid"/>
          </a:ln>
        </p:spPr>
      </p:sp>
      <p:sp>
        <p:nvSpPr>
          <p:cNvPr id="21" name="Прямоугольник 20">
            <a:extLst xmlns:a="http://schemas.openxmlformats.org/drawingml/2006/main">
              <a:ext uri="{FF2B5EF4-FFF2-40B4-BE49-F238E27FC236}">
                <a16:creationId xmlns:a16="http://schemas.microsoft.com/office/drawing/2014/main" id="{D03A7DCB-37EF-4377-88A1-EDDCDEE39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124075"/>
            <a:ext cx="5057775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ПОЧЕМУ</a:t>
            </a:r>
          </a:p>
        </p:txBody>
      </p:sp>
      <p:sp>
        <p:nvSpPr>
          <p:cNvPr id="22" name="Прямоугольник 21">
            <a:extLst xmlns:a="http://schemas.openxmlformats.org/drawingml/2006/main">
              <a:ext uri="{FF2B5EF4-FFF2-40B4-BE49-F238E27FC236}">
                <a16:creationId xmlns:a16="http://schemas.microsoft.com/office/drawing/2014/main" id="{F9C36494-0194-455D-9525-CC3218D46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543175"/>
            <a:ext cx="5057775" cy="971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B7C1B7"/>
                </a:solidFill>
                <a:latin typeface="Arial"/>
                <a:ea typeface="Arial"/>
                <a:cs typeface="Arial"/>
              </a:defRPr>
            </a:pPr>
            <a:r>
              <a:t>Клиент может не замечать недостаток или не понимать, как он влияет на обращения.</a:t>
            </a:r>
          </a:p>
        </p:txBody>
      </p:sp>
      <p:sp>
        <p:nvSpPr>
          <p:cNvPr id="23" name="Прямоугольник 22">
            <a:extLst xmlns:a="http://schemas.openxmlformats.org/drawingml/2006/main">
              <a:ext uri="{FF2B5EF4-FFF2-40B4-BE49-F238E27FC236}">
                <a16:creationId xmlns:a16="http://schemas.microsoft.com/office/drawing/2014/main" id="{E75DE312-DB9A-418B-933C-9E89CBB47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905250"/>
            <a:ext cx="519112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0C"/>
          </a:solidFill>
          <a:ln xmlns:a="http://schemas.openxmlformats.org/drawingml/2006/main" w="9525">
            <a:solidFill>
              <a:srgbClr val="325A20"/>
            </a:solidFill>
            <a:prstDash val="solid"/>
          </a:ln>
        </p:spPr>
      </p:sp>
      <p:sp>
        <p:nvSpPr>
          <p:cNvPr id="24" name="Прямоугольник 23">
            <a:extLst xmlns:a="http://schemas.openxmlformats.org/drawingml/2006/main">
              <a:ext uri="{FF2B5EF4-FFF2-40B4-BE49-F238E27FC236}">
                <a16:creationId xmlns:a16="http://schemas.microsoft.com/office/drawing/2014/main" id="{C28828F1-21A7-4AA6-AB6E-C8DD39C25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076700"/>
            <a:ext cx="4772025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КАК ВЛИЯЕТ</a:t>
            </a:r>
          </a:p>
        </p:txBody>
      </p:sp>
      <p:sp>
        <p:nvSpPr>
          <p:cNvPr id="25" name="Прямоугольник 24">
            <a:extLst xmlns:a="http://schemas.openxmlformats.org/drawingml/2006/main">
              <a:ext uri="{FF2B5EF4-FFF2-40B4-BE49-F238E27FC236}">
                <a16:creationId xmlns:a16="http://schemas.microsoft.com/office/drawing/2014/main" id="{41A73865-69B8-4EDB-9E17-B6A74FA49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495800"/>
            <a:ext cx="4772025" cy="971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B7C1B7"/>
                </a:solidFill>
                <a:latin typeface="Arial"/>
                <a:ea typeface="Arial"/>
                <a:cs typeface="Arial"/>
              </a:defRPr>
            </a:pPr>
            <a:r>
              <a:t>Клиент начинает видеть связь между состоянием карточки и поведением потенциальных клиентов.</a:t>
            </a:r>
          </a:p>
        </p:txBody>
      </p:sp>
      <p:sp>
        <p:nvSpPr>
          <p:cNvPr id="26" name="Прямоугольник 25">
            <a:extLst xmlns:a="http://schemas.openxmlformats.org/drawingml/2006/main">
              <a:ext uri="{FF2B5EF4-FFF2-40B4-BE49-F238E27FC236}">
                <a16:creationId xmlns:a16="http://schemas.microsoft.com/office/drawing/2014/main" id="{53843B89-94BC-4F78-A327-2C4180AB6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905250"/>
            <a:ext cx="54768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0C"/>
          </a:solidFill>
          <a:ln xmlns:a="http://schemas.openxmlformats.org/drawingml/2006/main" w="9525">
            <a:solidFill>
              <a:srgbClr val="325A20"/>
            </a:solidFill>
            <a:prstDash val="solid"/>
          </a:ln>
        </p:spPr>
      </p:sp>
      <p:sp>
        <p:nvSpPr>
          <p:cNvPr id="27" name="Прямоугольник 26">
            <a:extLst xmlns:a="http://schemas.openxmlformats.org/drawingml/2006/main">
              <a:ext uri="{FF2B5EF4-FFF2-40B4-BE49-F238E27FC236}">
                <a16:creationId xmlns:a16="http://schemas.microsoft.com/office/drawing/2014/main" id="{936E5B3C-00CF-48A3-B142-B6991B375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4076700"/>
            <a:ext cx="5057775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КАК ДЕЛАТЬ</a:t>
            </a:r>
          </a:p>
        </p:txBody>
      </p:sp>
      <p:sp>
        <p:nvSpPr>
          <p:cNvPr id="28" name="Прямоугольник 27">
            <a:extLst xmlns:a="http://schemas.openxmlformats.org/drawingml/2006/main">
              <a:ext uri="{FF2B5EF4-FFF2-40B4-BE49-F238E27FC236}">
                <a16:creationId xmlns:a16="http://schemas.microsoft.com/office/drawing/2014/main" id="{FCC3067F-5EB4-4D26-9DAD-F93603AE4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4495800"/>
            <a:ext cx="5057775" cy="971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B7C1B7"/>
                </a:solidFill>
                <a:latin typeface="Arial"/>
                <a:ea typeface="Arial"/>
                <a:cs typeface="Arial"/>
              </a:defRPr>
            </a:pPr>
            <a:r>
              <a:t>Опираться на проверяемые факты, не использовать давление и неподтверждённые цифры.</a:t>
            </a:r>
          </a:p>
        </p:txBody>
      </p:sp>
    </p:spTree>
    <p:extLst>
      <p:ext uri="{BB962C8B-B14F-4D97-AF65-F5344CB8AC3E}">
        <p14:creationId xmlns:p14="http://schemas.microsoft.com/office/powerpoint/2010/main" val="135279869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5070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Прямоугольник 19">
            <a:extLst xmlns:a="http://schemas.openxmlformats.org/drawingml/2006/main">
              <a:ext uri="{FF2B5EF4-FFF2-40B4-BE49-F238E27FC236}">
                <a16:creationId xmlns:a16="http://schemas.microsoft.com/office/drawing/2014/main" id="{16EC9522-ECF9-4E93-9341-C1FE00A4C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70C"/>
          </a:solidFill>
          <a:ln xmlns:a="http://schemas.openxmlformats.org/drawingml/2006/main" w="9525">
            <a:solidFill>
              <a:srgbClr val="0A1806"/>
            </a:solidFill>
            <a:prstDash val="solid"/>
          </a:ln>
        </p:spPr>
      </p:sp>
      <p:sp>
        <p:nvSpPr>
          <p:cNvPr id="2" name="Прямоугольник 1">
            <a:extLst xmlns:a="http://schemas.openxmlformats.org/drawingml/2006/main">
              <a:ext uri="{FF2B5EF4-FFF2-40B4-BE49-F238E27FC236}">
                <a16:creationId xmlns:a16="http://schemas.microsoft.com/office/drawing/2014/main" id="{1722FDB6-60A1-4104-96E9-D38AFA822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08"/>
          </a:solidFill>
          <a:ln xmlns:a="http://schemas.openxmlformats.org/drawingml/2006/main" w="9525">
            <a:solidFill>
              <a:srgbClr val="0A1806"/>
            </a:solidFill>
            <a:prstDash val="solid"/>
          </a:ln>
        </p:spPr>
      </p:sp>
      <p:sp>
        <p:nvSpPr>
          <p:cNvPr id="3" name="Прямоугольник 2">
            <a:extLst xmlns:a="http://schemas.openxmlformats.org/drawingml/2006/main">
              <a:ext uri="{FF2B5EF4-FFF2-40B4-BE49-F238E27FC236}">
                <a16:creationId xmlns:a16="http://schemas.microsoft.com/office/drawing/2014/main" id="{BE43284F-96A3-4CD9-8C41-8160E5F07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806"/>
          </a:solidFill>
          <a:ln xmlns:a="http://schemas.openxmlformats.org/drawingml/2006/main" w="9525">
            <a:solidFill>
              <a:srgbClr val="0A1806"/>
            </a:solidFill>
            <a:prstDash val="solid"/>
          </a:ln>
        </p:spPr>
      </p:sp>
      <p:sp>
        <p:nvSpPr>
          <p:cNvPr id="4" name="Прямоугольник 3">
            <a:extLst xmlns:a="http://schemas.openxmlformats.org/drawingml/2006/main">
              <a:ext uri="{FF2B5EF4-FFF2-40B4-BE49-F238E27FC236}">
                <a16:creationId xmlns:a16="http://schemas.microsoft.com/office/drawing/2014/main" id="{33175C98-359A-4FA1-A7BA-3D0CAD8DB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70C"/>
          </a:solidFill>
          <a:ln xmlns:a="http://schemas.openxmlformats.org/drawingml/2006/main" w="9525">
            <a:solidFill>
              <a:srgbClr val="0A1806"/>
            </a:solidFill>
            <a:prstDash val="solid"/>
          </a:ln>
        </p:spPr>
      </p:sp>
      <p:sp>
        <p:nvSpPr>
          <p:cNvPr id="5" name="Прямоугольник 4">
            <a:extLst xmlns:a="http://schemas.openxmlformats.org/drawingml/2006/main">
              <a:ext uri="{FF2B5EF4-FFF2-40B4-BE49-F238E27FC236}">
                <a16:creationId xmlns:a16="http://schemas.microsoft.com/office/drawing/2014/main" id="{451FA12B-6358-4277-80A1-C942979AC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08"/>
          </a:solidFill>
          <a:ln xmlns:a="http://schemas.openxmlformats.org/drawingml/2006/main" w="9525">
            <a:solidFill>
              <a:srgbClr val="0A1806"/>
            </a:solidFill>
            <a:prstDash val="solid"/>
          </a:ln>
        </p:spPr>
      </p:sp>
      <p:sp>
        <p:nvSpPr>
          <p:cNvPr id="6" name="Прямоугольник 5">
            <a:extLst xmlns:a="http://schemas.openxmlformats.org/drawingml/2006/main">
              <a:ext uri="{FF2B5EF4-FFF2-40B4-BE49-F238E27FC236}">
                <a16:creationId xmlns:a16="http://schemas.microsoft.com/office/drawing/2014/main" id="{1BC29AE5-DCCD-4C11-9CC7-B4E376A0E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806"/>
          </a:solidFill>
          <a:ln xmlns:a="http://schemas.openxmlformats.org/drawingml/2006/main" w="9525">
            <a:solidFill>
              <a:srgbClr val="0A1806"/>
            </a:solidFill>
            <a:prstDash val="solid"/>
          </a:ln>
        </p:spPr>
      </p:sp>
      <p:sp>
        <p:nvSpPr>
          <p:cNvPr id="7" name="Прямоугольник 6">
            <a:extLst xmlns:a="http://schemas.openxmlformats.org/drawingml/2006/main">
              <a:ext uri="{FF2B5EF4-FFF2-40B4-BE49-F238E27FC236}">
                <a16:creationId xmlns:a16="http://schemas.microsoft.com/office/drawing/2014/main" id="{CEFB8707-2FC9-4238-A7B1-542D51853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70C"/>
          </a:solidFill>
          <a:ln xmlns:a="http://schemas.openxmlformats.org/drawingml/2006/main" w="9525">
            <a:solidFill>
              <a:srgbClr val="0A1806"/>
            </a:solidFill>
            <a:prstDash val="solid"/>
          </a:ln>
        </p:spPr>
      </p:sp>
      <p:sp>
        <p:nvSpPr>
          <p:cNvPr id="8" name="Прямоугольник 7">
            <a:extLst xmlns:a="http://schemas.openxmlformats.org/drawingml/2006/main">
              <a:ext uri="{FF2B5EF4-FFF2-40B4-BE49-F238E27FC236}">
                <a16:creationId xmlns:a16="http://schemas.microsoft.com/office/drawing/2014/main" id="{1C3F73C7-5F9D-4163-A4EA-446341F62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08"/>
          </a:solidFill>
          <a:ln xmlns:a="http://schemas.openxmlformats.org/drawingml/2006/main" w="9525">
            <a:solidFill>
              <a:srgbClr val="0A1806"/>
            </a:solidFill>
            <a:prstDash val="solid"/>
          </a:ln>
        </p:spPr>
      </p:sp>
      <p:sp>
        <p:nvSpPr>
          <p:cNvPr id="9" name="Прямоугольник 8">
            <a:extLst xmlns:a="http://schemas.openxmlformats.org/drawingml/2006/main">
              <a:ext uri="{FF2B5EF4-FFF2-40B4-BE49-F238E27FC236}">
                <a16:creationId xmlns:a16="http://schemas.microsoft.com/office/drawing/2014/main" id="{11A0D0FF-79F6-4B8D-AD09-ECB5A3040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806"/>
          </a:solidFill>
          <a:ln xmlns:a="http://schemas.openxmlformats.org/drawingml/2006/main" w="9525">
            <a:solidFill>
              <a:srgbClr val="0A1806"/>
            </a:solidFill>
            <a:prstDash val="solid"/>
          </a:ln>
        </p:spPr>
      </p:sp>
      <p:sp>
        <p:nvSpPr>
          <p:cNvPr id="10" name="Прямоугольник 9">
            <a:extLst xmlns:a="http://schemas.openxmlformats.org/drawingml/2006/main">
              <a:ext uri="{FF2B5EF4-FFF2-40B4-BE49-F238E27FC236}">
                <a16:creationId xmlns:a16="http://schemas.microsoft.com/office/drawing/2014/main" id="{ABC3270C-C99F-4049-AE35-62CE7CC2A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70C"/>
          </a:solidFill>
          <a:ln xmlns:a="http://schemas.openxmlformats.org/drawingml/2006/main" w="9525">
            <a:solidFill>
              <a:srgbClr val="0A1806"/>
            </a:solidFill>
            <a:prstDash val="solid"/>
          </a:ln>
        </p:spPr>
      </p:sp>
      <p:sp>
        <p:nvSpPr>
          <p:cNvPr id="11" name="Прямоугольник 10">
            <a:extLst xmlns:a="http://schemas.openxmlformats.org/drawingml/2006/main">
              <a:ext uri="{FF2B5EF4-FFF2-40B4-BE49-F238E27FC236}">
                <a16:creationId xmlns:a16="http://schemas.microsoft.com/office/drawing/2014/main" id="{371374C1-FC72-4633-BC6E-02411CE67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08"/>
          </a:solidFill>
          <a:ln xmlns:a="http://schemas.openxmlformats.org/drawingml/2006/main" w="9525">
            <a:solidFill>
              <a:srgbClr val="0A1806"/>
            </a:solidFill>
            <a:prstDash val="solid"/>
          </a:ln>
        </p:spPr>
      </p:sp>
      <p:sp>
        <p:nvSpPr>
          <p:cNvPr id="12" name="Прямоугольник 11">
            <a:extLst xmlns:a="http://schemas.openxmlformats.org/drawingml/2006/main">
              <a:ext uri="{FF2B5EF4-FFF2-40B4-BE49-F238E27FC236}">
                <a16:creationId xmlns:a16="http://schemas.microsoft.com/office/drawing/2014/main" id="{4CB81F0E-B154-4914-ADB8-1C98B1BE4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706">
              <a:alpha val="66667"/>
            </a:srgbClr>
          </a:solidFill>
          <a:ln xmlns:a="http://schemas.openxmlformats.org/drawingml/2006/main" w="9525">
            <a:solidFill>
              <a:srgbClr val="050706"/>
            </a:solidFill>
            <a:prstDash val="solid"/>
          </a:ln>
        </p:spPr>
      </p:sp>
      <p:sp>
        <p:nvSpPr>
          <p:cNvPr id="13" name="Прямоугольник 12">
            <a:extLst xmlns:a="http://schemas.openxmlformats.org/drawingml/2006/main">
              <a:ext uri="{FF2B5EF4-FFF2-40B4-BE49-F238E27FC236}">
                <a16:creationId xmlns:a16="http://schemas.microsoft.com/office/drawing/2014/main" id="{66A52411-196C-4493-BEBA-057045999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66700"/>
            <a:ext cx="2524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A08"/>
          </a:solidFill>
          <a:ln xmlns:a="http://schemas.openxmlformats.org/drawingml/2006/main" w="9525">
            <a:solidFill>
              <a:srgbClr val="62D218"/>
            </a:solidFill>
            <a:prstDash val="solid"/>
          </a:ln>
        </p:spPr>
      </p:sp>
      <p:sp>
        <p:nvSpPr>
          <p:cNvPr id="14" name="Прямоугольник 13">
            <a:extLst xmlns:a="http://schemas.openxmlformats.org/drawingml/2006/main">
              <a:ext uri="{FF2B5EF4-FFF2-40B4-BE49-F238E27FC236}">
                <a16:creationId xmlns:a16="http://schemas.microsoft.com/office/drawing/2014/main" id="{443E7EA5-2B1F-4774-971B-903A77793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2333625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E8F8DF"/>
                </a:solidFill>
                <a:latin typeface="Arial"/>
                <a:ea typeface="Arial"/>
                <a:cs typeface="Arial"/>
              </a:defRPr>
            </a:pPr>
            <a:r>
              <a:t>ФОРМИРОВАНИЕ ПОТРЕБНОСТИ</a:t>
            </a:r>
          </a:p>
        </p:txBody>
      </p:sp>
      <p:sp>
        <p:nvSpPr>
          <p:cNvPr id="15" name="Прямоугольник 14">
            <a:extLst xmlns:a="http://schemas.openxmlformats.org/drawingml/2006/main">
              <a:ext uri="{FF2B5EF4-FFF2-40B4-BE49-F238E27FC236}">
                <a16:creationId xmlns:a16="http://schemas.microsoft.com/office/drawing/2014/main" id="{D1FF7851-4764-489B-89DA-EB6864502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85750"/>
            <a:ext cx="428625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B7C1B7"/>
                </a:solidFill>
                <a:latin typeface="Arial"/>
                <a:ea typeface="Arial"/>
                <a:cs typeface="Arial"/>
              </a:defRPr>
            </a:pPr>
            <a:r>
              <a:t>08</a:t>
            </a:r>
          </a:p>
        </p:txBody>
      </p:sp>
      <p:sp>
        <p:nvSpPr>
          <p:cNvPr id="16" name="Прямоугольник 15">
            <a:extLst xmlns:a="http://schemas.openxmlformats.org/drawingml/2006/main">
              <a:ext uri="{FF2B5EF4-FFF2-40B4-BE49-F238E27FC236}">
                <a16:creationId xmlns:a16="http://schemas.microsoft.com/office/drawing/2014/main" id="{08649F93-E049-432F-9442-4D8281AC4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110490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ШАГ 1. ПРИМЕР ФОРМУЛИРОВКИ</a:t>
            </a:r>
          </a:p>
        </p:txBody>
      </p:sp>
      <p:sp>
        <p:nvSpPr>
          <p:cNvPr id="17" name="Прямоугольник 16">
            <a:extLst xmlns:a="http://schemas.openxmlformats.org/drawingml/2006/main">
              <a:ext uri="{FF2B5EF4-FFF2-40B4-BE49-F238E27FC236}">
                <a16:creationId xmlns:a16="http://schemas.microsoft.com/office/drawing/2014/main" id="{5DB5F62F-00CD-4886-8D2A-9656ECA0D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47875"/>
            <a:ext cx="104775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0C"/>
          </a:solidFill>
          <a:ln xmlns:a="http://schemas.openxmlformats.org/drawingml/2006/main" w="9525">
            <a:solidFill>
              <a:srgbClr val="325A20"/>
            </a:solidFill>
            <a:prstDash val="solid"/>
          </a:ln>
        </p:spPr>
      </p:sp>
      <p:sp>
        <p:nvSpPr>
          <p:cNvPr id="18" name="Прямоугольник 17">
            <a:extLst xmlns:a="http://schemas.openxmlformats.org/drawingml/2006/main">
              <a:ext uri="{FF2B5EF4-FFF2-40B4-BE49-F238E27FC236}">
                <a16:creationId xmlns:a16="http://schemas.microsoft.com/office/drawing/2014/main" id="{9B4C7040-05F0-473A-8302-E1302DE4C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19325"/>
            <a:ext cx="100584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ПРИМЕР</a:t>
            </a:r>
          </a:p>
        </p:txBody>
      </p:sp>
      <p:sp>
        <p:nvSpPr>
          <p:cNvPr id="19" name="Прямоугольник 18">
            <a:extLst xmlns:a="http://schemas.openxmlformats.org/drawingml/2006/main">
              <a:ext uri="{FF2B5EF4-FFF2-40B4-BE49-F238E27FC236}">
                <a16:creationId xmlns:a16="http://schemas.microsoft.com/office/drawing/2014/main" id="{73F2E635-5331-40A6-96AB-A7BA9C555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38425"/>
            <a:ext cx="10058400" cy="259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B7C1B7"/>
                </a:solidFill>
                <a:latin typeface="Arial"/>
                <a:ea typeface="Arial"/>
                <a:cs typeface="Arial"/>
              </a:defRPr>
            </a:pPr>
            <a:r>
              <a:t>«Сейчас в карточке не заполнена часть услуг и цен, давно не обновлялись фотографии, а отзывы остаются без ответов. Из-за этого профиль может выглядеть неактуальным, и потенциальному клиенту будет сложнее принять решение об обращении».</a:t>
            </a:r>
          </a:p>
        </p:txBody>
      </p:sp>
    </p:spTree>
    <p:extLst>
      <p:ext uri="{BB962C8B-B14F-4D97-AF65-F5344CB8AC3E}">
        <p14:creationId xmlns:p14="http://schemas.microsoft.com/office/powerpoint/2010/main" val="146966951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5070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Прямоугольник 28">
            <a:extLst xmlns:a="http://schemas.openxmlformats.org/drawingml/2006/main">
              <a:ext uri="{FF2B5EF4-FFF2-40B4-BE49-F238E27FC236}">
                <a16:creationId xmlns:a16="http://schemas.microsoft.com/office/drawing/2014/main" id="{211AED46-F29D-4DF8-8CE2-D753D89D8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70C"/>
          </a:solidFill>
          <a:ln xmlns:a="http://schemas.openxmlformats.org/drawingml/2006/main" w="9525">
            <a:solidFill>
              <a:srgbClr val="0A1806"/>
            </a:solidFill>
            <a:prstDash val="solid"/>
          </a:ln>
        </p:spPr>
      </p:sp>
      <p:sp>
        <p:nvSpPr>
          <p:cNvPr id="2" name="Прямоугольник 1">
            <a:extLst xmlns:a="http://schemas.openxmlformats.org/drawingml/2006/main">
              <a:ext uri="{FF2B5EF4-FFF2-40B4-BE49-F238E27FC236}">
                <a16:creationId xmlns:a16="http://schemas.microsoft.com/office/drawing/2014/main" id="{98F6EA0D-08F0-4204-A1FB-F6B2423DF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08"/>
          </a:solidFill>
          <a:ln xmlns:a="http://schemas.openxmlformats.org/drawingml/2006/main" w="9525">
            <a:solidFill>
              <a:srgbClr val="0A1806"/>
            </a:solidFill>
            <a:prstDash val="solid"/>
          </a:ln>
        </p:spPr>
      </p:sp>
      <p:sp>
        <p:nvSpPr>
          <p:cNvPr id="3" name="Прямоугольник 2">
            <a:extLst xmlns:a="http://schemas.openxmlformats.org/drawingml/2006/main">
              <a:ext uri="{FF2B5EF4-FFF2-40B4-BE49-F238E27FC236}">
                <a16:creationId xmlns:a16="http://schemas.microsoft.com/office/drawing/2014/main" id="{CFA21D30-9075-41B9-8015-D05857AC7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806"/>
          </a:solidFill>
          <a:ln xmlns:a="http://schemas.openxmlformats.org/drawingml/2006/main" w="9525">
            <a:solidFill>
              <a:srgbClr val="0A1806"/>
            </a:solidFill>
            <a:prstDash val="solid"/>
          </a:ln>
        </p:spPr>
      </p:sp>
      <p:sp>
        <p:nvSpPr>
          <p:cNvPr id="4" name="Прямоугольник 3">
            <a:extLst xmlns:a="http://schemas.openxmlformats.org/drawingml/2006/main">
              <a:ext uri="{FF2B5EF4-FFF2-40B4-BE49-F238E27FC236}">
                <a16:creationId xmlns:a16="http://schemas.microsoft.com/office/drawing/2014/main" id="{1BED2DBE-B6D1-466C-B59F-5A8FA5E67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70C"/>
          </a:solidFill>
          <a:ln xmlns:a="http://schemas.openxmlformats.org/drawingml/2006/main" w="9525">
            <a:solidFill>
              <a:srgbClr val="0A1806"/>
            </a:solidFill>
            <a:prstDash val="solid"/>
          </a:ln>
        </p:spPr>
      </p:sp>
      <p:sp>
        <p:nvSpPr>
          <p:cNvPr id="5" name="Прямоугольник 4">
            <a:extLst xmlns:a="http://schemas.openxmlformats.org/drawingml/2006/main">
              <a:ext uri="{FF2B5EF4-FFF2-40B4-BE49-F238E27FC236}">
                <a16:creationId xmlns:a16="http://schemas.microsoft.com/office/drawing/2014/main" id="{451C3711-3FB9-49C9-8DDB-C7ED7B1B5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08"/>
          </a:solidFill>
          <a:ln xmlns:a="http://schemas.openxmlformats.org/drawingml/2006/main" w="9525">
            <a:solidFill>
              <a:srgbClr val="0A1806"/>
            </a:solidFill>
            <a:prstDash val="solid"/>
          </a:ln>
        </p:spPr>
      </p:sp>
      <p:sp>
        <p:nvSpPr>
          <p:cNvPr id="6" name="Прямоугольник 5">
            <a:extLst xmlns:a="http://schemas.openxmlformats.org/drawingml/2006/main">
              <a:ext uri="{FF2B5EF4-FFF2-40B4-BE49-F238E27FC236}">
                <a16:creationId xmlns:a16="http://schemas.microsoft.com/office/drawing/2014/main" id="{399F8C41-61B6-42C4-AB39-15FFBC62F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806"/>
          </a:solidFill>
          <a:ln xmlns:a="http://schemas.openxmlformats.org/drawingml/2006/main" w="9525">
            <a:solidFill>
              <a:srgbClr val="0A1806"/>
            </a:solidFill>
            <a:prstDash val="solid"/>
          </a:ln>
        </p:spPr>
      </p:sp>
      <p:sp>
        <p:nvSpPr>
          <p:cNvPr id="7" name="Прямоугольник 6">
            <a:extLst xmlns:a="http://schemas.openxmlformats.org/drawingml/2006/main">
              <a:ext uri="{FF2B5EF4-FFF2-40B4-BE49-F238E27FC236}">
                <a16:creationId xmlns:a16="http://schemas.microsoft.com/office/drawing/2014/main" id="{C90EF191-E50C-42C3-9FE4-8D070E463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70C"/>
          </a:solidFill>
          <a:ln xmlns:a="http://schemas.openxmlformats.org/drawingml/2006/main" w="9525">
            <a:solidFill>
              <a:srgbClr val="0A1806"/>
            </a:solidFill>
            <a:prstDash val="solid"/>
          </a:ln>
        </p:spPr>
      </p:sp>
      <p:sp>
        <p:nvSpPr>
          <p:cNvPr id="8" name="Прямоугольник 7">
            <a:extLst xmlns:a="http://schemas.openxmlformats.org/drawingml/2006/main">
              <a:ext uri="{FF2B5EF4-FFF2-40B4-BE49-F238E27FC236}">
                <a16:creationId xmlns:a16="http://schemas.microsoft.com/office/drawing/2014/main" id="{B8FDBE6F-B1DC-4D46-92FF-BA9EDF8BF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08"/>
          </a:solidFill>
          <a:ln xmlns:a="http://schemas.openxmlformats.org/drawingml/2006/main" w="9525">
            <a:solidFill>
              <a:srgbClr val="0A1806"/>
            </a:solidFill>
            <a:prstDash val="solid"/>
          </a:ln>
        </p:spPr>
      </p:sp>
      <p:sp>
        <p:nvSpPr>
          <p:cNvPr id="9" name="Прямоугольник 8">
            <a:extLst xmlns:a="http://schemas.openxmlformats.org/drawingml/2006/main">
              <a:ext uri="{FF2B5EF4-FFF2-40B4-BE49-F238E27FC236}">
                <a16:creationId xmlns:a16="http://schemas.microsoft.com/office/drawing/2014/main" id="{E3008018-E30D-4C1B-869F-9567FA26D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806"/>
          </a:solidFill>
          <a:ln xmlns:a="http://schemas.openxmlformats.org/drawingml/2006/main" w="9525">
            <a:solidFill>
              <a:srgbClr val="0A1806"/>
            </a:solidFill>
            <a:prstDash val="solid"/>
          </a:ln>
        </p:spPr>
      </p:sp>
      <p:sp>
        <p:nvSpPr>
          <p:cNvPr id="10" name="Прямоугольник 9">
            <a:extLst xmlns:a="http://schemas.openxmlformats.org/drawingml/2006/main">
              <a:ext uri="{FF2B5EF4-FFF2-40B4-BE49-F238E27FC236}">
                <a16:creationId xmlns:a16="http://schemas.microsoft.com/office/drawing/2014/main" id="{A7D69C5B-942B-44AA-B618-A1DA6A9E7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70C"/>
          </a:solidFill>
          <a:ln xmlns:a="http://schemas.openxmlformats.org/drawingml/2006/main" w="9525">
            <a:solidFill>
              <a:srgbClr val="0A1806"/>
            </a:solidFill>
            <a:prstDash val="solid"/>
          </a:ln>
        </p:spPr>
      </p:sp>
      <p:sp>
        <p:nvSpPr>
          <p:cNvPr id="11" name="Прямоугольник 10">
            <a:extLst xmlns:a="http://schemas.openxmlformats.org/drawingml/2006/main">
              <a:ext uri="{FF2B5EF4-FFF2-40B4-BE49-F238E27FC236}">
                <a16:creationId xmlns:a16="http://schemas.microsoft.com/office/drawing/2014/main" id="{3690698E-FEA6-4D5D-932E-18910BF8C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08"/>
          </a:solidFill>
          <a:ln xmlns:a="http://schemas.openxmlformats.org/drawingml/2006/main" w="9525">
            <a:solidFill>
              <a:srgbClr val="0A1806"/>
            </a:solidFill>
            <a:prstDash val="solid"/>
          </a:ln>
        </p:spPr>
      </p:sp>
      <p:sp>
        <p:nvSpPr>
          <p:cNvPr id="12" name="Прямоугольник 11">
            <a:extLst xmlns:a="http://schemas.openxmlformats.org/drawingml/2006/main">
              <a:ext uri="{FF2B5EF4-FFF2-40B4-BE49-F238E27FC236}">
                <a16:creationId xmlns:a16="http://schemas.microsoft.com/office/drawing/2014/main" id="{178A25AE-DA26-4DD0-A52B-A71F43718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706">
              <a:alpha val="66667"/>
            </a:srgbClr>
          </a:solidFill>
          <a:ln xmlns:a="http://schemas.openxmlformats.org/drawingml/2006/main" w="9525">
            <a:solidFill>
              <a:srgbClr val="050706"/>
            </a:solidFill>
            <a:prstDash val="solid"/>
          </a:ln>
        </p:spPr>
      </p:sp>
      <p:sp>
        <p:nvSpPr>
          <p:cNvPr id="13" name="Прямоугольник 12">
            <a:extLst xmlns:a="http://schemas.openxmlformats.org/drawingml/2006/main">
              <a:ext uri="{FF2B5EF4-FFF2-40B4-BE49-F238E27FC236}">
                <a16:creationId xmlns:a16="http://schemas.microsoft.com/office/drawing/2014/main" id="{A9C751E8-5F6E-4C07-A7E1-25AD99963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66700"/>
            <a:ext cx="2524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A08"/>
          </a:solidFill>
          <a:ln xmlns:a="http://schemas.openxmlformats.org/drawingml/2006/main" w="9525">
            <a:solidFill>
              <a:srgbClr val="62D218"/>
            </a:solidFill>
            <a:prstDash val="solid"/>
          </a:ln>
        </p:spPr>
      </p:sp>
      <p:sp>
        <p:nvSpPr>
          <p:cNvPr id="14" name="Прямоугольник 13">
            <a:extLst xmlns:a="http://schemas.openxmlformats.org/drawingml/2006/main">
              <a:ext uri="{FF2B5EF4-FFF2-40B4-BE49-F238E27FC236}">
                <a16:creationId xmlns:a16="http://schemas.microsoft.com/office/drawing/2014/main" id="{D27B9C26-ED45-4E29-9765-B6F8DECD1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2333625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E8F8DF"/>
                </a:solidFill>
                <a:latin typeface="Arial"/>
                <a:ea typeface="Arial"/>
                <a:cs typeface="Arial"/>
              </a:defRPr>
            </a:pPr>
            <a:r>
              <a:t>ФОРМИРОВАНИЕ ПОТРЕБНОСТИ</a:t>
            </a:r>
          </a:p>
        </p:txBody>
      </p:sp>
      <p:sp>
        <p:nvSpPr>
          <p:cNvPr id="15" name="Прямоугольник 14">
            <a:extLst xmlns:a="http://schemas.openxmlformats.org/drawingml/2006/main">
              <a:ext uri="{FF2B5EF4-FFF2-40B4-BE49-F238E27FC236}">
                <a16:creationId xmlns:a16="http://schemas.microsoft.com/office/drawing/2014/main" id="{511E9E61-5C64-41F5-8C04-85C343158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85750"/>
            <a:ext cx="428625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B7C1B7"/>
                </a:solidFill>
                <a:latin typeface="Arial"/>
                <a:ea typeface="Arial"/>
                <a:cs typeface="Arial"/>
              </a:defRPr>
            </a:pPr>
            <a:r>
              <a:t>09</a:t>
            </a:r>
          </a:p>
        </p:txBody>
      </p:sp>
      <p:sp>
        <p:nvSpPr>
          <p:cNvPr id="16" name="Прямоугольник 15">
            <a:extLst xmlns:a="http://schemas.openxmlformats.org/drawingml/2006/main">
              <a:ext uri="{FF2B5EF4-FFF2-40B4-BE49-F238E27FC236}">
                <a16:creationId xmlns:a16="http://schemas.microsoft.com/office/drawing/2014/main" id="{445CC8D8-ADCC-4C87-B44F-AAA0C3B14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110490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ШАГ 2. ПРИВОДИМ ПРИМЕР ИЗ ЖИЗНИ</a:t>
            </a:r>
          </a:p>
        </p:txBody>
      </p:sp>
      <p:sp>
        <p:nvSpPr>
          <p:cNvPr id="17" name="Прямоугольник 16">
            <a:extLst xmlns:a="http://schemas.openxmlformats.org/drawingml/2006/main">
              <a:ext uri="{FF2B5EF4-FFF2-40B4-BE49-F238E27FC236}">
                <a16:creationId xmlns:a16="http://schemas.microsoft.com/office/drawing/2014/main" id="{84936C5F-AC6D-4177-A175-1EAFBE8E9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52625"/>
            <a:ext cx="519112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0C"/>
          </a:solidFill>
          <a:ln xmlns:a="http://schemas.openxmlformats.org/drawingml/2006/main" w="9525">
            <a:solidFill>
              <a:srgbClr val="325A20"/>
            </a:solidFill>
            <a:prstDash val="solid"/>
          </a:ln>
        </p:spPr>
      </p:sp>
      <p:sp>
        <p:nvSpPr>
          <p:cNvPr id="18" name="Прямоугольник 17">
            <a:extLst xmlns:a="http://schemas.openxmlformats.org/drawingml/2006/main">
              <a:ext uri="{FF2B5EF4-FFF2-40B4-BE49-F238E27FC236}">
                <a16:creationId xmlns:a16="http://schemas.microsoft.com/office/drawing/2014/main" id="{993DAF47-8BE9-464A-926D-28848475E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124075"/>
            <a:ext cx="4772025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ЧТО ДЕЛАЕМ</a:t>
            </a:r>
          </a:p>
        </p:txBody>
      </p:sp>
      <p:sp>
        <p:nvSpPr>
          <p:cNvPr id="19" name="Прямоугольник 18">
            <a:extLst xmlns:a="http://schemas.openxmlformats.org/drawingml/2006/main">
              <a:ext uri="{FF2B5EF4-FFF2-40B4-BE49-F238E27FC236}">
                <a16:creationId xmlns:a16="http://schemas.microsoft.com/office/drawing/2014/main" id="{AFA22921-DB77-4E4D-B317-D8F405F2F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543175"/>
            <a:ext cx="4772025" cy="971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B7C1B7"/>
                </a:solidFill>
                <a:latin typeface="Arial"/>
                <a:ea typeface="Arial"/>
                <a:cs typeface="Arial"/>
              </a:defRPr>
            </a:pPr>
            <a:r>
              <a:t>Описываем понятный сценарий выбора компании потенциальным клиентом.</a:t>
            </a:r>
          </a:p>
        </p:txBody>
      </p:sp>
      <p:sp>
        <p:nvSpPr>
          <p:cNvPr id="20" name="Прямоугольник 19">
            <a:extLst xmlns:a="http://schemas.openxmlformats.org/drawingml/2006/main">
              <a:ext uri="{FF2B5EF4-FFF2-40B4-BE49-F238E27FC236}">
                <a16:creationId xmlns:a16="http://schemas.microsoft.com/office/drawing/2014/main" id="{B9CAC348-4DF1-4643-AE4A-B026167E6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952625"/>
            <a:ext cx="54768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0C"/>
          </a:solidFill>
          <a:ln xmlns:a="http://schemas.openxmlformats.org/drawingml/2006/main" w="9525">
            <a:solidFill>
              <a:srgbClr val="325A20"/>
            </a:solidFill>
            <a:prstDash val="solid"/>
          </a:ln>
        </p:spPr>
      </p:sp>
      <p:sp>
        <p:nvSpPr>
          <p:cNvPr id="21" name="Прямоугольник 20">
            <a:extLst xmlns:a="http://schemas.openxmlformats.org/drawingml/2006/main">
              <a:ext uri="{FF2B5EF4-FFF2-40B4-BE49-F238E27FC236}">
                <a16:creationId xmlns:a16="http://schemas.microsoft.com/office/drawing/2014/main" id="{C3250C97-A2D5-46A1-A034-0F9B13104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124075"/>
            <a:ext cx="5057775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ПОЧЕМУ</a:t>
            </a:r>
          </a:p>
        </p:txBody>
      </p:sp>
      <p:sp>
        <p:nvSpPr>
          <p:cNvPr id="22" name="Прямоугольник 21">
            <a:extLst xmlns:a="http://schemas.openxmlformats.org/drawingml/2006/main">
              <a:ext uri="{FF2B5EF4-FFF2-40B4-BE49-F238E27FC236}">
                <a16:creationId xmlns:a16="http://schemas.microsoft.com/office/drawing/2014/main" id="{93EB408A-7FB3-40D0-9D0C-6644804D2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543175"/>
            <a:ext cx="5057775" cy="971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B7C1B7"/>
                </a:solidFill>
                <a:latin typeface="Arial"/>
                <a:ea typeface="Arial"/>
                <a:cs typeface="Arial"/>
              </a:defRPr>
            </a:pPr>
            <a:r>
              <a:t>Жизненный пример помогает наглядно показать проблему.</a:t>
            </a:r>
          </a:p>
        </p:txBody>
      </p:sp>
      <p:sp>
        <p:nvSpPr>
          <p:cNvPr id="23" name="Прямоугольник 22">
            <a:extLst xmlns:a="http://schemas.openxmlformats.org/drawingml/2006/main">
              <a:ext uri="{FF2B5EF4-FFF2-40B4-BE49-F238E27FC236}">
                <a16:creationId xmlns:a16="http://schemas.microsoft.com/office/drawing/2014/main" id="{D1871A5E-84A9-4900-A8E2-D831CA344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905250"/>
            <a:ext cx="519112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0C"/>
          </a:solidFill>
          <a:ln xmlns:a="http://schemas.openxmlformats.org/drawingml/2006/main" w="9525">
            <a:solidFill>
              <a:srgbClr val="325A20"/>
            </a:solidFill>
            <a:prstDash val="solid"/>
          </a:ln>
        </p:spPr>
      </p:sp>
      <p:sp>
        <p:nvSpPr>
          <p:cNvPr id="24" name="Прямоугольник 23">
            <a:extLst xmlns:a="http://schemas.openxmlformats.org/drawingml/2006/main">
              <a:ext uri="{FF2B5EF4-FFF2-40B4-BE49-F238E27FC236}">
                <a16:creationId xmlns:a16="http://schemas.microsoft.com/office/drawing/2014/main" id="{81E6A0A7-7384-444B-BF23-3D2E6AC4D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076700"/>
            <a:ext cx="4772025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КАК ВЛИЯЕТ</a:t>
            </a:r>
          </a:p>
        </p:txBody>
      </p:sp>
      <p:sp>
        <p:nvSpPr>
          <p:cNvPr id="25" name="Прямоугольник 24">
            <a:extLst xmlns:a="http://schemas.openxmlformats.org/drawingml/2006/main">
              <a:ext uri="{FF2B5EF4-FFF2-40B4-BE49-F238E27FC236}">
                <a16:creationId xmlns:a16="http://schemas.microsoft.com/office/drawing/2014/main" id="{5CC86A5B-1E36-4046-AC16-CFA288944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495800"/>
            <a:ext cx="4772025" cy="971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B7C1B7"/>
                </a:solidFill>
                <a:latin typeface="Arial"/>
                <a:ea typeface="Arial"/>
                <a:cs typeface="Arial"/>
              </a:defRPr>
            </a:pPr>
            <a:r>
              <a:t>Клиент представляет себя на месте пользователя и лучше понимает возможные потери.</a:t>
            </a:r>
          </a:p>
        </p:txBody>
      </p:sp>
      <p:sp>
        <p:nvSpPr>
          <p:cNvPr id="26" name="Прямоугольник 25">
            <a:extLst xmlns:a="http://schemas.openxmlformats.org/drawingml/2006/main">
              <a:ext uri="{FF2B5EF4-FFF2-40B4-BE49-F238E27FC236}">
                <a16:creationId xmlns:a16="http://schemas.microsoft.com/office/drawing/2014/main" id="{17B7C986-8985-49A3-9DE7-F01106755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905250"/>
            <a:ext cx="54768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0C"/>
          </a:solidFill>
          <a:ln xmlns:a="http://schemas.openxmlformats.org/drawingml/2006/main" w="9525">
            <a:solidFill>
              <a:srgbClr val="325A20"/>
            </a:solidFill>
            <a:prstDash val="solid"/>
          </a:ln>
        </p:spPr>
      </p:sp>
      <p:sp>
        <p:nvSpPr>
          <p:cNvPr id="27" name="Прямоугольник 26">
            <a:extLst xmlns:a="http://schemas.openxmlformats.org/drawingml/2006/main">
              <a:ext uri="{FF2B5EF4-FFF2-40B4-BE49-F238E27FC236}">
                <a16:creationId xmlns:a16="http://schemas.microsoft.com/office/drawing/2014/main" id="{7F8A4C32-B1B0-4A37-BBF6-ACC91D3DF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4076700"/>
            <a:ext cx="5057775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КАК ДЕЛАТЬ</a:t>
            </a:r>
          </a:p>
        </p:txBody>
      </p:sp>
      <p:sp>
        <p:nvSpPr>
          <p:cNvPr id="28" name="Прямоугольник 27">
            <a:extLst xmlns:a="http://schemas.openxmlformats.org/drawingml/2006/main">
              <a:ext uri="{FF2B5EF4-FFF2-40B4-BE49-F238E27FC236}">
                <a16:creationId xmlns:a16="http://schemas.microsoft.com/office/drawing/2014/main" id="{540A7F1E-FCF1-428C-A157-48B0BE589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4495800"/>
            <a:ext cx="5057775" cy="971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B7C1B7"/>
                </a:solidFill>
                <a:latin typeface="Arial"/>
                <a:ea typeface="Arial"/>
                <a:cs typeface="Arial"/>
              </a:defRPr>
            </a:pPr>
            <a:r>
              <a:t>Использовать ситуацию, соответствующую сфере бизнеса клиента.</a:t>
            </a:r>
          </a:p>
        </p:txBody>
      </p:sp>
    </p:spTree>
    <p:extLst>
      <p:ext uri="{BB962C8B-B14F-4D97-AF65-F5344CB8AC3E}">
        <p14:creationId xmlns:p14="http://schemas.microsoft.com/office/powerpoint/2010/main" val="176820860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5070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Прямоугольник 19">
            <a:extLst xmlns:a="http://schemas.openxmlformats.org/drawingml/2006/main">
              <a:ext uri="{FF2B5EF4-FFF2-40B4-BE49-F238E27FC236}">
                <a16:creationId xmlns:a16="http://schemas.microsoft.com/office/drawing/2014/main" id="{1F1B489F-BA73-42F4-9FB5-8FC46D7B0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70C"/>
          </a:solidFill>
          <a:ln xmlns:a="http://schemas.openxmlformats.org/drawingml/2006/main" w="9525">
            <a:solidFill>
              <a:srgbClr val="0A1806"/>
            </a:solidFill>
            <a:prstDash val="solid"/>
          </a:ln>
        </p:spPr>
      </p:sp>
      <p:sp>
        <p:nvSpPr>
          <p:cNvPr id="2" name="Прямоугольник 1">
            <a:extLst xmlns:a="http://schemas.openxmlformats.org/drawingml/2006/main">
              <a:ext uri="{FF2B5EF4-FFF2-40B4-BE49-F238E27FC236}">
                <a16:creationId xmlns:a16="http://schemas.microsoft.com/office/drawing/2014/main" id="{394FEBF9-DB29-4B01-939E-6B24149E1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08"/>
          </a:solidFill>
          <a:ln xmlns:a="http://schemas.openxmlformats.org/drawingml/2006/main" w="9525">
            <a:solidFill>
              <a:srgbClr val="0A1806"/>
            </a:solidFill>
            <a:prstDash val="solid"/>
          </a:ln>
        </p:spPr>
      </p:sp>
      <p:sp>
        <p:nvSpPr>
          <p:cNvPr id="3" name="Прямоугольник 2">
            <a:extLst xmlns:a="http://schemas.openxmlformats.org/drawingml/2006/main">
              <a:ext uri="{FF2B5EF4-FFF2-40B4-BE49-F238E27FC236}">
                <a16:creationId xmlns:a16="http://schemas.microsoft.com/office/drawing/2014/main" id="{7E8D4142-7554-44D6-A335-D8F036AF1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806"/>
          </a:solidFill>
          <a:ln xmlns:a="http://schemas.openxmlformats.org/drawingml/2006/main" w="9525">
            <a:solidFill>
              <a:srgbClr val="0A1806"/>
            </a:solidFill>
            <a:prstDash val="solid"/>
          </a:ln>
        </p:spPr>
      </p:sp>
      <p:sp>
        <p:nvSpPr>
          <p:cNvPr id="4" name="Прямоугольник 3">
            <a:extLst xmlns:a="http://schemas.openxmlformats.org/drawingml/2006/main">
              <a:ext uri="{FF2B5EF4-FFF2-40B4-BE49-F238E27FC236}">
                <a16:creationId xmlns:a16="http://schemas.microsoft.com/office/drawing/2014/main" id="{24FB485E-E2F4-4B27-B531-D30A4D840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70C"/>
          </a:solidFill>
          <a:ln xmlns:a="http://schemas.openxmlformats.org/drawingml/2006/main" w="9525">
            <a:solidFill>
              <a:srgbClr val="0A1806"/>
            </a:solidFill>
            <a:prstDash val="solid"/>
          </a:ln>
        </p:spPr>
      </p:sp>
      <p:sp>
        <p:nvSpPr>
          <p:cNvPr id="5" name="Прямоугольник 4">
            <a:extLst xmlns:a="http://schemas.openxmlformats.org/drawingml/2006/main">
              <a:ext uri="{FF2B5EF4-FFF2-40B4-BE49-F238E27FC236}">
                <a16:creationId xmlns:a16="http://schemas.microsoft.com/office/drawing/2014/main" id="{F38D97D3-B4BA-43DB-8535-63B23BA77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08"/>
          </a:solidFill>
          <a:ln xmlns:a="http://schemas.openxmlformats.org/drawingml/2006/main" w="9525">
            <a:solidFill>
              <a:srgbClr val="0A1806"/>
            </a:solidFill>
            <a:prstDash val="solid"/>
          </a:ln>
        </p:spPr>
      </p:sp>
      <p:sp>
        <p:nvSpPr>
          <p:cNvPr id="6" name="Прямоугольник 5">
            <a:extLst xmlns:a="http://schemas.openxmlformats.org/drawingml/2006/main">
              <a:ext uri="{FF2B5EF4-FFF2-40B4-BE49-F238E27FC236}">
                <a16:creationId xmlns:a16="http://schemas.microsoft.com/office/drawing/2014/main" id="{0242B3DA-F292-4596-8C04-50DE4EFB7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806"/>
          </a:solidFill>
          <a:ln xmlns:a="http://schemas.openxmlformats.org/drawingml/2006/main" w="9525">
            <a:solidFill>
              <a:srgbClr val="0A1806"/>
            </a:solidFill>
            <a:prstDash val="solid"/>
          </a:ln>
        </p:spPr>
      </p:sp>
      <p:sp>
        <p:nvSpPr>
          <p:cNvPr id="7" name="Прямоугольник 6">
            <a:extLst xmlns:a="http://schemas.openxmlformats.org/drawingml/2006/main">
              <a:ext uri="{FF2B5EF4-FFF2-40B4-BE49-F238E27FC236}">
                <a16:creationId xmlns:a16="http://schemas.microsoft.com/office/drawing/2014/main" id="{6C4A3CA9-4DC5-42C3-A216-9A4D230A3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70C"/>
          </a:solidFill>
          <a:ln xmlns:a="http://schemas.openxmlformats.org/drawingml/2006/main" w="9525">
            <a:solidFill>
              <a:srgbClr val="0A1806"/>
            </a:solidFill>
            <a:prstDash val="solid"/>
          </a:ln>
        </p:spPr>
      </p:sp>
      <p:sp>
        <p:nvSpPr>
          <p:cNvPr id="8" name="Прямоугольник 7">
            <a:extLst xmlns:a="http://schemas.openxmlformats.org/drawingml/2006/main">
              <a:ext uri="{FF2B5EF4-FFF2-40B4-BE49-F238E27FC236}">
                <a16:creationId xmlns:a16="http://schemas.microsoft.com/office/drawing/2014/main" id="{B33BDD7E-D66B-4F50-9FF3-35D6C0750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08"/>
          </a:solidFill>
          <a:ln xmlns:a="http://schemas.openxmlformats.org/drawingml/2006/main" w="9525">
            <a:solidFill>
              <a:srgbClr val="0A1806"/>
            </a:solidFill>
            <a:prstDash val="solid"/>
          </a:ln>
        </p:spPr>
      </p:sp>
      <p:sp>
        <p:nvSpPr>
          <p:cNvPr id="9" name="Прямоугольник 8">
            <a:extLst xmlns:a="http://schemas.openxmlformats.org/drawingml/2006/main">
              <a:ext uri="{FF2B5EF4-FFF2-40B4-BE49-F238E27FC236}">
                <a16:creationId xmlns:a16="http://schemas.microsoft.com/office/drawing/2014/main" id="{EFDFB572-45A0-4D12-BF59-D796A84A9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806"/>
          </a:solidFill>
          <a:ln xmlns:a="http://schemas.openxmlformats.org/drawingml/2006/main" w="9525">
            <a:solidFill>
              <a:srgbClr val="0A1806"/>
            </a:solidFill>
            <a:prstDash val="solid"/>
          </a:ln>
        </p:spPr>
      </p:sp>
      <p:sp>
        <p:nvSpPr>
          <p:cNvPr id="10" name="Прямоугольник 9">
            <a:extLst xmlns:a="http://schemas.openxmlformats.org/drawingml/2006/main">
              <a:ext uri="{FF2B5EF4-FFF2-40B4-BE49-F238E27FC236}">
                <a16:creationId xmlns:a16="http://schemas.microsoft.com/office/drawing/2014/main" id="{9DC1A8CF-FC5C-47F4-B0C1-0A66E80F7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70C"/>
          </a:solidFill>
          <a:ln xmlns:a="http://schemas.openxmlformats.org/drawingml/2006/main" w="9525">
            <a:solidFill>
              <a:srgbClr val="0A1806"/>
            </a:solidFill>
            <a:prstDash val="solid"/>
          </a:ln>
        </p:spPr>
      </p:sp>
      <p:sp>
        <p:nvSpPr>
          <p:cNvPr id="11" name="Прямоугольник 10">
            <a:extLst xmlns:a="http://schemas.openxmlformats.org/drawingml/2006/main">
              <a:ext uri="{FF2B5EF4-FFF2-40B4-BE49-F238E27FC236}">
                <a16:creationId xmlns:a16="http://schemas.microsoft.com/office/drawing/2014/main" id="{CB9D6825-876F-437D-ABB8-B9E1E07A0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08"/>
          </a:solidFill>
          <a:ln xmlns:a="http://schemas.openxmlformats.org/drawingml/2006/main" w="9525">
            <a:solidFill>
              <a:srgbClr val="0A1806"/>
            </a:solidFill>
            <a:prstDash val="solid"/>
          </a:ln>
        </p:spPr>
      </p:sp>
      <p:sp>
        <p:nvSpPr>
          <p:cNvPr id="12" name="Прямоугольник 11">
            <a:extLst xmlns:a="http://schemas.openxmlformats.org/drawingml/2006/main">
              <a:ext uri="{FF2B5EF4-FFF2-40B4-BE49-F238E27FC236}">
                <a16:creationId xmlns:a16="http://schemas.microsoft.com/office/drawing/2014/main" id="{0A8C5507-7347-45D7-8E50-5F235C08E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706">
              <a:alpha val="66667"/>
            </a:srgbClr>
          </a:solidFill>
          <a:ln xmlns:a="http://schemas.openxmlformats.org/drawingml/2006/main" w="9525">
            <a:solidFill>
              <a:srgbClr val="050706"/>
            </a:solidFill>
            <a:prstDash val="solid"/>
          </a:ln>
        </p:spPr>
      </p:sp>
      <p:sp>
        <p:nvSpPr>
          <p:cNvPr id="13" name="Прямоугольник 12">
            <a:extLst xmlns:a="http://schemas.openxmlformats.org/drawingml/2006/main">
              <a:ext uri="{FF2B5EF4-FFF2-40B4-BE49-F238E27FC236}">
                <a16:creationId xmlns:a16="http://schemas.microsoft.com/office/drawing/2014/main" id="{DBFB2E98-B7C1-4DAB-A67A-EED17BDFC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66700"/>
            <a:ext cx="2524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A08"/>
          </a:solidFill>
          <a:ln xmlns:a="http://schemas.openxmlformats.org/drawingml/2006/main" w="9525">
            <a:solidFill>
              <a:srgbClr val="62D218"/>
            </a:solidFill>
            <a:prstDash val="solid"/>
          </a:ln>
        </p:spPr>
      </p:sp>
      <p:sp>
        <p:nvSpPr>
          <p:cNvPr id="14" name="Прямоугольник 13">
            <a:extLst xmlns:a="http://schemas.openxmlformats.org/drawingml/2006/main">
              <a:ext uri="{FF2B5EF4-FFF2-40B4-BE49-F238E27FC236}">
                <a16:creationId xmlns:a16="http://schemas.microsoft.com/office/drawing/2014/main" id="{B98727BD-8FB6-4F2D-901A-640D0F56C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2333625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E8F8DF"/>
                </a:solidFill>
                <a:latin typeface="Arial"/>
                <a:ea typeface="Arial"/>
                <a:cs typeface="Arial"/>
              </a:defRPr>
            </a:pPr>
            <a:r>
              <a:t>ФОРМИРОВАНИЕ ПОТРЕБНОСТИ</a:t>
            </a:r>
          </a:p>
        </p:txBody>
      </p:sp>
      <p:sp>
        <p:nvSpPr>
          <p:cNvPr id="15" name="Прямоугольник 14">
            <a:extLst xmlns:a="http://schemas.openxmlformats.org/drawingml/2006/main">
              <a:ext uri="{FF2B5EF4-FFF2-40B4-BE49-F238E27FC236}">
                <a16:creationId xmlns:a16="http://schemas.microsoft.com/office/drawing/2014/main" id="{CEC6E5A3-8C24-4CFB-B959-B6333EA1A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85750"/>
            <a:ext cx="428625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B7C1B7"/>
                </a:solidFill>
                <a:latin typeface="Arial"/>
                <a:ea typeface="Arial"/>
                <a:cs typeface="Arial"/>
              </a:defRPr>
            </a:pPr>
            <a:r>
              <a:t>10</a:t>
            </a:r>
          </a:p>
        </p:txBody>
      </p:sp>
      <p:sp>
        <p:nvSpPr>
          <p:cNvPr id="16" name="Прямоугольник 15">
            <a:extLst xmlns:a="http://schemas.openxmlformats.org/drawingml/2006/main">
              <a:ext uri="{FF2B5EF4-FFF2-40B4-BE49-F238E27FC236}">
                <a16:creationId xmlns:a16="http://schemas.microsoft.com/office/drawing/2014/main" id="{BEA4789E-F952-40B6-90EA-D5594A3FE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110490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ШАГ 2. ПРИМЕР ФОРМУЛИРОВКИ</a:t>
            </a:r>
          </a:p>
        </p:txBody>
      </p:sp>
      <p:sp>
        <p:nvSpPr>
          <p:cNvPr id="17" name="Прямоугольник 16">
            <a:extLst xmlns:a="http://schemas.openxmlformats.org/drawingml/2006/main">
              <a:ext uri="{FF2B5EF4-FFF2-40B4-BE49-F238E27FC236}">
                <a16:creationId xmlns:a16="http://schemas.microsoft.com/office/drawing/2014/main" id="{B6FA2491-E3B5-4B2E-A376-6670E0B71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104775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0C"/>
          </a:solidFill>
          <a:ln xmlns:a="http://schemas.openxmlformats.org/drawingml/2006/main" w="9525">
            <a:solidFill>
              <a:srgbClr val="325A20"/>
            </a:solidFill>
            <a:prstDash val="solid"/>
          </a:ln>
        </p:spPr>
      </p:sp>
      <p:sp>
        <p:nvSpPr>
          <p:cNvPr id="18" name="Прямоугольник 17">
            <a:extLst xmlns:a="http://schemas.openxmlformats.org/drawingml/2006/main">
              <a:ext uri="{FF2B5EF4-FFF2-40B4-BE49-F238E27FC236}">
                <a16:creationId xmlns:a16="http://schemas.microsoft.com/office/drawing/2014/main" id="{5C1F9E9F-BA8C-44B2-BD93-A003B8C39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24075"/>
            <a:ext cx="100584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ПРИМЕР</a:t>
            </a:r>
          </a:p>
        </p:txBody>
      </p:sp>
      <p:sp>
        <p:nvSpPr>
          <p:cNvPr id="19" name="Прямоугольник 18">
            <a:extLst xmlns:a="http://schemas.openxmlformats.org/drawingml/2006/main">
              <a:ext uri="{FF2B5EF4-FFF2-40B4-BE49-F238E27FC236}">
                <a16:creationId xmlns:a16="http://schemas.microsoft.com/office/drawing/2014/main" id="{2A0B133A-6385-4CAA-B196-12A59FF0D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43175"/>
            <a:ext cx="10058400" cy="2876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B7C1B7"/>
                </a:solidFill>
                <a:latin typeface="Arial"/>
                <a:ea typeface="Arial"/>
                <a:cs typeface="Arial"/>
              </a:defRPr>
            </a:pPr>
            <a:r>
              <a:t>«Представьте клиента, который открыл вашу карточку и карточку конкурента. У конкурента указаны услуги и цены, добавлены свежие фотографии, выходят публикации и есть ответы на отзывы. В вашей карточке информации меньше. При прочих равных клиенту будет проще выбрать конкурента».</a:t>
            </a:r>
          </a:p>
        </p:txBody>
      </p:sp>
    </p:spTree>
    <p:extLst>
      <p:ext uri="{BB962C8B-B14F-4D97-AF65-F5344CB8AC3E}">
        <p14:creationId xmlns:p14="http://schemas.microsoft.com/office/powerpoint/2010/main" val="107739545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5070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Прямоугольник 28">
            <a:extLst xmlns:a="http://schemas.openxmlformats.org/drawingml/2006/main">
              <a:ext uri="{FF2B5EF4-FFF2-40B4-BE49-F238E27FC236}">
                <a16:creationId xmlns:a16="http://schemas.microsoft.com/office/drawing/2014/main" id="{E3FA3433-7B6F-465B-A402-275081BDB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70C"/>
          </a:solidFill>
          <a:ln xmlns:a="http://schemas.openxmlformats.org/drawingml/2006/main" w="9525">
            <a:solidFill>
              <a:srgbClr val="0A1806"/>
            </a:solidFill>
            <a:prstDash val="solid"/>
          </a:ln>
        </p:spPr>
      </p:sp>
      <p:sp>
        <p:nvSpPr>
          <p:cNvPr id="2" name="Прямоугольник 1">
            <a:extLst xmlns:a="http://schemas.openxmlformats.org/drawingml/2006/main">
              <a:ext uri="{FF2B5EF4-FFF2-40B4-BE49-F238E27FC236}">
                <a16:creationId xmlns:a16="http://schemas.microsoft.com/office/drawing/2014/main" id="{74B51C0F-4EF7-43BA-85EA-482C37599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08"/>
          </a:solidFill>
          <a:ln xmlns:a="http://schemas.openxmlformats.org/drawingml/2006/main" w="9525">
            <a:solidFill>
              <a:srgbClr val="0A1806"/>
            </a:solidFill>
            <a:prstDash val="solid"/>
          </a:ln>
        </p:spPr>
      </p:sp>
      <p:sp>
        <p:nvSpPr>
          <p:cNvPr id="3" name="Прямоугольник 2">
            <a:extLst xmlns:a="http://schemas.openxmlformats.org/drawingml/2006/main">
              <a:ext uri="{FF2B5EF4-FFF2-40B4-BE49-F238E27FC236}">
                <a16:creationId xmlns:a16="http://schemas.microsoft.com/office/drawing/2014/main" id="{6C01DF3F-444C-4CFB-A735-C833A9A20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806"/>
          </a:solidFill>
          <a:ln xmlns:a="http://schemas.openxmlformats.org/drawingml/2006/main" w="9525">
            <a:solidFill>
              <a:srgbClr val="0A1806"/>
            </a:solidFill>
            <a:prstDash val="solid"/>
          </a:ln>
        </p:spPr>
      </p:sp>
      <p:sp>
        <p:nvSpPr>
          <p:cNvPr id="4" name="Прямоугольник 3">
            <a:extLst xmlns:a="http://schemas.openxmlformats.org/drawingml/2006/main">
              <a:ext uri="{FF2B5EF4-FFF2-40B4-BE49-F238E27FC236}">
                <a16:creationId xmlns:a16="http://schemas.microsoft.com/office/drawing/2014/main" id="{5C12192E-26D5-4F54-B7D9-F50F67EDD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70C"/>
          </a:solidFill>
          <a:ln xmlns:a="http://schemas.openxmlformats.org/drawingml/2006/main" w="9525">
            <a:solidFill>
              <a:srgbClr val="0A1806"/>
            </a:solidFill>
            <a:prstDash val="solid"/>
          </a:ln>
        </p:spPr>
      </p:sp>
      <p:sp>
        <p:nvSpPr>
          <p:cNvPr id="5" name="Прямоугольник 4">
            <a:extLst xmlns:a="http://schemas.openxmlformats.org/drawingml/2006/main">
              <a:ext uri="{FF2B5EF4-FFF2-40B4-BE49-F238E27FC236}">
                <a16:creationId xmlns:a16="http://schemas.microsoft.com/office/drawing/2014/main" id="{476E1159-E1CC-48A1-8B92-D59052AFB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08"/>
          </a:solidFill>
          <a:ln xmlns:a="http://schemas.openxmlformats.org/drawingml/2006/main" w="9525">
            <a:solidFill>
              <a:srgbClr val="0A1806"/>
            </a:solidFill>
            <a:prstDash val="solid"/>
          </a:ln>
        </p:spPr>
      </p:sp>
      <p:sp>
        <p:nvSpPr>
          <p:cNvPr id="6" name="Прямоугольник 5">
            <a:extLst xmlns:a="http://schemas.openxmlformats.org/drawingml/2006/main">
              <a:ext uri="{FF2B5EF4-FFF2-40B4-BE49-F238E27FC236}">
                <a16:creationId xmlns:a16="http://schemas.microsoft.com/office/drawing/2014/main" id="{0138CFF5-EDF0-4224-A443-B8E296190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806"/>
          </a:solidFill>
          <a:ln xmlns:a="http://schemas.openxmlformats.org/drawingml/2006/main" w="9525">
            <a:solidFill>
              <a:srgbClr val="0A1806"/>
            </a:solidFill>
            <a:prstDash val="solid"/>
          </a:ln>
        </p:spPr>
      </p:sp>
      <p:sp>
        <p:nvSpPr>
          <p:cNvPr id="7" name="Прямоугольник 6">
            <a:extLst xmlns:a="http://schemas.openxmlformats.org/drawingml/2006/main">
              <a:ext uri="{FF2B5EF4-FFF2-40B4-BE49-F238E27FC236}">
                <a16:creationId xmlns:a16="http://schemas.microsoft.com/office/drawing/2014/main" id="{75439733-75D4-4F37-9F4B-47D109BAC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70C"/>
          </a:solidFill>
          <a:ln xmlns:a="http://schemas.openxmlformats.org/drawingml/2006/main" w="9525">
            <a:solidFill>
              <a:srgbClr val="0A1806"/>
            </a:solidFill>
            <a:prstDash val="solid"/>
          </a:ln>
        </p:spPr>
      </p:sp>
      <p:sp>
        <p:nvSpPr>
          <p:cNvPr id="8" name="Прямоугольник 7">
            <a:extLst xmlns:a="http://schemas.openxmlformats.org/drawingml/2006/main">
              <a:ext uri="{FF2B5EF4-FFF2-40B4-BE49-F238E27FC236}">
                <a16:creationId xmlns:a16="http://schemas.microsoft.com/office/drawing/2014/main" id="{39C51065-A64A-4034-AC63-AA82E1F9F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08"/>
          </a:solidFill>
          <a:ln xmlns:a="http://schemas.openxmlformats.org/drawingml/2006/main" w="9525">
            <a:solidFill>
              <a:srgbClr val="0A1806"/>
            </a:solidFill>
            <a:prstDash val="solid"/>
          </a:ln>
        </p:spPr>
      </p:sp>
      <p:sp>
        <p:nvSpPr>
          <p:cNvPr id="9" name="Прямоугольник 8">
            <a:extLst xmlns:a="http://schemas.openxmlformats.org/drawingml/2006/main">
              <a:ext uri="{FF2B5EF4-FFF2-40B4-BE49-F238E27FC236}">
                <a16:creationId xmlns:a16="http://schemas.microsoft.com/office/drawing/2014/main" id="{59D4FB42-9309-4AC6-9217-9FA8BC85D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806"/>
          </a:solidFill>
          <a:ln xmlns:a="http://schemas.openxmlformats.org/drawingml/2006/main" w="9525">
            <a:solidFill>
              <a:srgbClr val="0A1806"/>
            </a:solidFill>
            <a:prstDash val="solid"/>
          </a:ln>
        </p:spPr>
      </p:sp>
      <p:sp>
        <p:nvSpPr>
          <p:cNvPr id="10" name="Прямоугольник 9">
            <a:extLst xmlns:a="http://schemas.openxmlformats.org/drawingml/2006/main">
              <a:ext uri="{FF2B5EF4-FFF2-40B4-BE49-F238E27FC236}">
                <a16:creationId xmlns:a16="http://schemas.microsoft.com/office/drawing/2014/main" id="{DA124C6C-6C6E-4820-A477-E68981B23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70C"/>
          </a:solidFill>
          <a:ln xmlns:a="http://schemas.openxmlformats.org/drawingml/2006/main" w="9525">
            <a:solidFill>
              <a:srgbClr val="0A1806"/>
            </a:solidFill>
            <a:prstDash val="solid"/>
          </a:ln>
        </p:spPr>
      </p:sp>
      <p:sp>
        <p:nvSpPr>
          <p:cNvPr id="11" name="Прямоугольник 10">
            <a:extLst xmlns:a="http://schemas.openxmlformats.org/drawingml/2006/main">
              <a:ext uri="{FF2B5EF4-FFF2-40B4-BE49-F238E27FC236}">
                <a16:creationId xmlns:a16="http://schemas.microsoft.com/office/drawing/2014/main" id="{95306A5B-617D-4B46-BE28-E0CA27D9E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08"/>
          </a:solidFill>
          <a:ln xmlns:a="http://schemas.openxmlformats.org/drawingml/2006/main" w="9525">
            <a:solidFill>
              <a:srgbClr val="0A1806"/>
            </a:solidFill>
            <a:prstDash val="solid"/>
          </a:ln>
        </p:spPr>
      </p:sp>
      <p:sp>
        <p:nvSpPr>
          <p:cNvPr id="12" name="Прямоугольник 11">
            <a:extLst xmlns:a="http://schemas.openxmlformats.org/drawingml/2006/main">
              <a:ext uri="{FF2B5EF4-FFF2-40B4-BE49-F238E27FC236}">
                <a16:creationId xmlns:a16="http://schemas.microsoft.com/office/drawing/2014/main" id="{58994255-85DC-4316-9C80-0EF51416A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706">
              <a:alpha val="66667"/>
            </a:srgbClr>
          </a:solidFill>
          <a:ln xmlns:a="http://schemas.openxmlformats.org/drawingml/2006/main" w="9525">
            <a:solidFill>
              <a:srgbClr val="050706"/>
            </a:solidFill>
            <a:prstDash val="solid"/>
          </a:ln>
        </p:spPr>
      </p:sp>
      <p:sp>
        <p:nvSpPr>
          <p:cNvPr id="13" name="Прямоугольник 12">
            <a:extLst xmlns:a="http://schemas.openxmlformats.org/drawingml/2006/main">
              <a:ext uri="{FF2B5EF4-FFF2-40B4-BE49-F238E27FC236}">
                <a16:creationId xmlns:a16="http://schemas.microsoft.com/office/drawing/2014/main" id="{DBB67D0A-3276-4183-8141-855E6CD2F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66700"/>
            <a:ext cx="2524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A08"/>
          </a:solidFill>
          <a:ln xmlns:a="http://schemas.openxmlformats.org/drawingml/2006/main" w="9525">
            <a:solidFill>
              <a:srgbClr val="62D218"/>
            </a:solidFill>
            <a:prstDash val="solid"/>
          </a:ln>
        </p:spPr>
      </p:sp>
      <p:sp>
        <p:nvSpPr>
          <p:cNvPr id="14" name="Прямоугольник 13">
            <a:extLst xmlns:a="http://schemas.openxmlformats.org/drawingml/2006/main">
              <a:ext uri="{FF2B5EF4-FFF2-40B4-BE49-F238E27FC236}">
                <a16:creationId xmlns:a16="http://schemas.microsoft.com/office/drawing/2014/main" id="{B4401075-9C77-491A-97CD-9C63A553D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2333625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E8F8DF"/>
                </a:solidFill>
                <a:latin typeface="Arial"/>
                <a:ea typeface="Arial"/>
                <a:cs typeface="Arial"/>
              </a:defRPr>
            </a:pPr>
            <a:r>
              <a:t>ФОРМИРОВАНИЕ ПОТРЕБНОСТИ</a:t>
            </a:r>
          </a:p>
        </p:txBody>
      </p:sp>
      <p:sp>
        <p:nvSpPr>
          <p:cNvPr id="15" name="Прямоугольник 14">
            <a:extLst xmlns:a="http://schemas.openxmlformats.org/drawingml/2006/main">
              <a:ext uri="{FF2B5EF4-FFF2-40B4-BE49-F238E27FC236}">
                <a16:creationId xmlns:a16="http://schemas.microsoft.com/office/drawing/2014/main" id="{524ECEB4-60B3-4A87-A2DC-96006DCAD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85750"/>
            <a:ext cx="428625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B7C1B7"/>
                </a:solidFill>
                <a:latin typeface="Arial"/>
                <a:ea typeface="Arial"/>
                <a:cs typeface="Arial"/>
              </a:defRPr>
            </a:pPr>
            <a:r>
              <a:t>11</a:t>
            </a:r>
          </a:p>
        </p:txBody>
      </p:sp>
      <p:sp>
        <p:nvSpPr>
          <p:cNvPr id="16" name="Прямоугольник 15">
            <a:extLst xmlns:a="http://schemas.openxmlformats.org/drawingml/2006/main">
              <a:ext uri="{FF2B5EF4-FFF2-40B4-BE49-F238E27FC236}">
                <a16:creationId xmlns:a16="http://schemas.microsoft.com/office/drawing/2014/main" id="{FF0CEC52-7FF6-40A9-BEA9-7B39C8952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110490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ШАГ 3. ВЫЯСНЯЕМ ОТНОШЕНИЕ К ПРОБЛЕМЕ</a:t>
            </a:r>
          </a:p>
        </p:txBody>
      </p:sp>
      <p:sp>
        <p:nvSpPr>
          <p:cNvPr id="17" name="Прямоугольник 16">
            <a:extLst xmlns:a="http://schemas.openxmlformats.org/drawingml/2006/main">
              <a:ext uri="{FF2B5EF4-FFF2-40B4-BE49-F238E27FC236}">
                <a16:creationId xmlns:a16="http://schemas.microsoft.com/office/drawing/2014/main" id="{9E24AA20-5D02-4B77-A554-5BF79CCF6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52625"/>
            <a:ext cx="519112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0C"/>
          </a:solidFill>
          <a:ln xmlns:a="http://schemas.openxmlformats.org/drawingml/2006/main" w="9525">
            <a:solidFill>
              <a:srgbClr val="325A20"/>
            </a:solidFill>
            <a:prstDash val="solid"/>
          </a:ln>
        </p:spPr>
      </p:sp>
      <p:sp>
        <p:nvSpPr>
          <p:cNvPr id="18" name="Прямоугольник 17">
            <a:extLst xmlns:a="http://schemas.openxmlformats.org/drawingml/2006/main">
              <a:ext uri="{FF2B5EF4-FFF2-40B4-BE49-F238E27FC236}">
                <a16:creationId xmlns:a16="http://schemas.microsoft.com/office/drawing/2014/main" id="{6AA395D5-AEBF-400E-900C-F390DEF27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124075"/>
            <a:ext cx="4772025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ЧТО ДЕЛАЕМ</a:t>
            </a:r>
          </a:p>
        </p:txBody>
      </p:sp>
      <p:sp>
        <p:nvSpPr>
          <p:cNvPr id="19" name="Прямоугольник 18">
            <a:extLst xmlns:a="http://schemas.openxmlformats.org/drawingml/2006/main">
              <a:ext uri="{FF2B5EF4-FFF2-40B4-BE49-F238E27FC236}">
                <a16:creationId xmlns:a16="http://schemas.microsoft.com/office/drawing/2014/main" id="{FD643E0B-1861-420B-89E2-D643EB13B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543175"/>
            <a:ext cx="4772025" cy="971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B7C1B7"/>
                </a:solidFill>
                <a:latin typeface="Arial"/>
                <a:ea typeface="Arial"/>
                <a:cs typeface="Arial"/>
              </a:defRPr>
            </a:pPr>
            <a:r>
              <a:t>Спрашиваем, как клиент работает с карточками сейчас и устраивает ли его результат.</a:t>
            </a:r>
          </a:p>
        </p:txBody>
      </p:sp>
      <p:sp>
        <p:nvSpPr>
          <p:cNvPr id="20" name="Прямоугольник 19">
            <a:extLst xmlns:a="http://schemas.openxmlformats.org/drawingml/2006/main">
              <a:ext uri="{FF2B5EF4-FFF2-40B4-BE49-F238E27FC236}">
                <a16:creationId xmlns:a16="http://schemas.microsoft.com/office/drawing/2014/main" id="{34ED840B-E5FD-444F-BF66-2E6B372F5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952625"/>
            <a:ext cx="54768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0C"/>
          </a:solidFill>
          <a:ln xmlns:a="http://schemas.openxmlformats.org/drawingml/2006/main" w="9525">
            <a:solidFill>
              <a:srgbClr val="325A20"/>
            </a:solidFill>
            <a:prstDash val="solid"/>
          </a:ln>
        </p:spPr>
      </p:sp>
      <p:sp>
        <p:nvSpPr>
          <p:cNvPr id="21" name="Прямоугольник 20">
            <a:extLst xmlns:a="http://schemas.openxmlformats.org/drawingml/2006/main">
              <a:ext uri="{FF2B5EF4-FFF2-40B4-BE49-F238E27FC236}">
                <a16:creationId xmlns:a16="http://schemas.microsoft.com/office/drawing/2014/main" id="{D6282D82-EBCC-4E1F-B83B-F0D18C038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124075"/>
            <a:ext cx="5057775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ПОЧЕМУ</a:t>
            </a:r>
          </a:p>
        </p:txBody>
      </p:sp>
      <p:sp>
        <p:nvSpPr>
          <p:cNvPr id="22" name="Прямоугольник 21">
            <a:extLst xmlns:a="http://schemas.openxmlformats.org/drawingml/2006/main">
              <a:ext uri="{FF2B5EF4-FFF2-40B4-BE49-F238E27FC236}">
                <a16:creationId xmlns:a16="http://schemas.microsoft.com/office/drawing/2014/main" id="{EE48E809-79A9-43DC-ADE5-800F019A0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543175"/>
            <a:ext cx="5057775" cy="971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B7C1B7"/>
                </a:solidFill>
                <a:latin typeface="Arial"/>
                <a:ea typeface="Arial"/>
                <a:cs typeface="Arial"/>
              </a:defRPr>
            </a:pPr>
            <a:r>
              <a:t>Важно, чтобы клиент самостоятельно оценил ситуацию и подтвердил проблему.</a:t>
            </a:r>
          </a:p>
        </p:txBody>
      </p:sp>
      <p:sp>
        <p:nvSpPr>
          <p:cNvPr id="23" name="Прямоугольник 22">
            <a:extLst xmlns:a="http://schemas.openxmlformats.org/drawingml/2006/main">
              <a:ext uri="{FF2B5EF4-FFF2-40B4-BE49-F238E27FC236}">
                <a16:creationId xmlns:a16="http://schemas.microsoft.com/office/drawing/2014/main" id="{7B7D9F63-F7EE-41C8-BDF0-7FEC90166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905250"/>
            <a:ext cx="519112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0C"/>
          </a:solidFill>
          <a:ln xmlns:a="http://schemas.openxmlformats.org/drawingml/2006/main" w="9525">
            <a:solidFill>
              <a:srgbClr val="325A20"/>
            </a:solidFill>
            <a:prstDash val="solid"/>
          </a:ln>
        </p:spPr>
      </p:sp>
      <p:sp>
        <p:nvSpPr>
          <p:cNvPr id="24" name="Прямоугольник 23">
            <a:extLst xmlns:a="http://schemas.openxmlformats.org/drawingml/2006/main">
              <a:ext uri="{FF2B5EF4-FFF2-40B4-BE49-F238E27FC236}">
                <a16:creationId xmlns:a16="http://schemas.microsoft.com/office/drawing/2014/main" id="{9CF09EAB-EBF1-4B42-87CF-21D3379D7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076700"/>
            <a:ext cx="4772025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КАК ВЛИЯЕТ</a:t>
            </a:r>
          </a:p>
        </p:txBody>
      </p:sp>
      <p:sp>
        <p:nvSpPr>
          <p:cNvPr id="25" name="Прямоугольник 24">
            <a:extLst xmlns:a="http://schemas.openxmlformats.org/drawingml/2006/main">
              <a:ext uri="{FF2B5EF4-FFF2-40B4-BE49-F238E27FC236}">
                <a16:creationId xmlns:a16="http://schemas.microsoft.com/office/drawing/2014/main" id="{2B23EF15-493D-496A-B8C4-734E07594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495800"/>
            <a:ext cx="4772025" cy="971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B7C1B7"/>
                </a:solidFill>
                <a:latin typeface="Arial"/>
                <a:ea typeface="Arial"/>
                <a:cs typeface="Arial"/>
              </a:defRPr>
            </a:pPr>
            <a:r>
              <a:t>Разговор становится диалогом, а клиент проговаривает сложности собственными словами.</a:t>
            </a:r>
          </a:p>
        </p:txBody>
      </p:sp>
      <p:sp>
        <p:nvSpPr>
          <p:cNvPr id="26" name="Прямоугольник 25">
            <a:extLst xmlns:a="http://schemas.openxmlformats.org/drawingml/2006/main">
              <a:ext uri="{FF2B5EF4-FFF2-40B4-BE49-F238E27FC236}">
                <a16:creationId xmlns:a16="http://schemas.microsoft.com/office/drawing/2014/main" id="{C7100DB7-E8EF-4DAA-AFF0-18805FA07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905250"/>
            <a:ext cx="54768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0C"/>
          </a:solidFill>
          <a:ln xmlns:a="http://schemas.openxmlformats.org/drawingml/2006/main" w="9525">
            <a:solidFill>
              <a:srgbClr val="325A20"/>
            </a:solidFill>
            <a:prstDash val="solid"/>
          </a:ln>
        </p:spPr>
      </p:sp>
      <p:sp>
        <p:nvSpPr>
          <p:cNvPr id="27" name="Прямоугольник 26">
            <a:extLst xmlns:a="http://schemas.openxmlformats.org/drawingml/2006/main">
              <a:ext uri="{FF2B5EF4-FFF2-40B4-BE49-F238E27FC236}">
                <a16:creationId xmlns:a16="http://schemas.microsoft.com/office/drawing/2014/main" id="{2CEF0063-FBA2-4955-94D6-9BDEAD017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4076700"/>
            <a:ext cx="5057775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КАК ДЕЛАТЬ</a:t>
            </a:r>
          </a:p>
        </p:txBody>
      </p:sp>
      <p:sp>
        <p:nvSpPr>
          <p:cNvPr id="28" name="Прямоугольник 27">
            <a:extLst xmlns:a="http://schemas.openxmlformats.org/drawingml/2006/main">
              <a:ext uri="{FF2B5EF4-FFF2-40B4-BE49-F238E27FC236}">
                <a16:creationId xmlns:a16="http://schemas.microsoft.com/office/drawing/2014/main" id="{E6FA89A0-DA62-4649-9C6D-CBCC24AD9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4495800"/>
            <a:ext cx="5057775" cy="971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B7C1B7"/>
                </a:solidFill>
                <a:latin typeface="Arial"/>
                <a:ea typeface="Arial"/>
                <a:cs typeface="Arial"/>
              </a:defRPr>
            </a:pPr>
            <a:r>
              <a:t>Задавать открытые вопросы и не спорить с ответами клиента.</a:t>
            </a:r>
          </a:p>
        </p:txBody>
      </p:sp>
    </p:spTree>
    <p:extLst>
      <p:ext uri="{BB962C8B-B14F-4D97-AF65-F5344CB8AC3E}">
        <p14:creationId xmlns:p14="http://schemas.microsoft.com/office/powerpoint/2010/main" val="192823723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5070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Прямоугольник 19">
            <a:extLst xmlns:a="http://schemas.openxmlformats.org/drawingml/2006/main">
              <a:ext uri="{FF2B5EF4-FFF2-40B4-BE49-F238E27FC236}">
                <a16:creationId xmlns:a16="http://schemas.microsoft.com/office/drawing/2014/main" id="{EB7B2134-F4A3-4F62-90FD-069864C8F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70C"/>
          </a:solidFill>
          <a:ln xmlns:a="http://schemas.openxmlformats.org/drawingml/2006/main" w="9525">
            <a:solidFill>
              <a:srgbClr val="0A1806"/>
            </a:solidFill>
            <a:prstDash val="solid"/>
          </a:ln>
        </p:spPr>
      </p:sp>
      <p:sp>
        <p:nvSpPr>
          <p:cNvPr id="2" name="Прямоугольник 1">
            <a:extLst xmlns:a="http://schemas.openxmlformats.org/drawingml/2006/main">
              <a:ext uri="{FF2B5EF4-FFF2-40B4-BE49-F238E27FC236}">
                <a16:creationId xmlns:a16="http://schemas.microsoft.com/office/drawing/2014/main" id="{ABEA36E4-A3C8-4A69-8DD4-927C4D533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08"/>
          </a:solidFill>
          <a:ln xmlns:a="http://schemas.openxmlformats.org/drawingml/2006/main" w="9525">
            <a:solidFill>
              <a:srgbClr val="0A1806"/>
            </a:solidFill>
            <a:prstDash val="solid"/>
          </a:ln>
        </p:spPr>
      </p:sp>
      <p:sp>
        <p:nvSpPr>
          <p:cNvPr id="3" name="Прямоугольник 2">
            <a:extLst xmlns:a="http://schemas.openxmlformats.org/drawingml/2006/main">
              <a:ext uri="{FF2B5EF4-FFF2-40B4-BE49-F238E27FC236}">
                <a16:creationId xmlns:a16="http://schemas.microsoft.com/office/drawing/2014/main" id="{6FC0F4D8-51B2-41B0-8EC9-CA3A851EC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806"/>
          </a:solidFill>
          <a:ln xmlns:a="http://schemas.openxmlformats.org/drawingml/2006/main" w="9525">
            <a:solidFill>
              <a:srgbClr val="0A1806"/>
            </a:solidFill>
            <a:prstDash val="solid"/>
          </a:ln>
        </p:spPr>
      </p:sp>
      <p:sp>
        <p:nvSpPr>
          <p:cNvPr id="4" name="Прямоугольник 3">
            <a:extLst xmlns:a="http://schemas.openxmlformats.org/drawingml/2006/main">
              <a:ext uri="{FF2B5EF4-FFF2-40B4-BE49-F238E27FC236}">
                <a16:creationId xmlns:a16="http://schemas.microsoft.com/office/drawing/2014/main" id="{AD867D30-D86A-4CFF-A946-EDC71981E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70C"/>
          </a:solidFill>
          <a:ln xmlns:a="http://schemas.openxmlformats.org/drawingml/2006/main" w="9525">
            <a:solidFill>
              <a:srgbClr val="0A1806"/>
            </a:solidFill>
            <a:prstDash val="solid"/>
          </a:ln>
        </p:spPr>
      </p:sp>
      <p:sp>
        <p:nvSpPr>
          <p:cNvPr id="5" name="Прямоугольник 4">
            <a:extLst xmlns:a="http://schemas.openxmlformats.org/drawingml/2006/main">
              <a:ext uri="{FF2B5EF4-FFF2-40B4-BE49-F238E27FC236}">
                <a16:creationId xmlns:a16="http://schemas.microsoft.com/office/drawing/2014/main" id="{34100403-365D-4BF2-921C-03BB11C7E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08"/>
          </a:solidFill>
          <a:ln xmlns:a="http://schemas.openxmlformats.org/drawingml/2006/main" w="9525">
            <a:solidFill>
              <a:srgbClr val="0A1806"/>
            </a:solidFill>
            <a:prstDash val="solid"/>
          </a:ln>
        </p:spPr>
      </p:sp>
      <p:sp>
        <p:nvSpPr>
          <p:cNvPr id="6" name="Прямоугольник 5">
            <a:extLst xmlns:a="http://schemas.openxmlformats.org/drawingml/2006/main">
              <a:ext uri="{FF2B5EF4-FFF2-40B4-BE49-F238E27FC236}">
                <a16:creationId xmlns:a16="http://schemas.microsoft.com/office/drawing/2014/main" id="{1D36C7C5-3AF0-4D3E-8B24-F28933355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806"/>
          </a:solidFill>
          <a:ln xmlns:a="http://schemas.openxmlformats.org/drawingml/2006/main" w="9525">
            <a:solidFill>
              <a:srgbClr val="0A1806"/>
            </a:solidFill>
            <a:prstDash val="solid"/>
          </a:ln>
        </p:spPr>
      </p:sp>
      <p:sp>
        <p:nvSpPr>
          <p:cNvPr id="7" name="Прямоугольник 6">
            <a:extLst xmlns:a="http://schemas.openxmlformats.org/drawingml/2006/main">
              <a:ext uri="{FF2B5EF4-FFF2-40B4-BE49-F238E27FC236}">
                <a16:creationId xmlns:a16="http://schemas.microsoft.com/office/drawing/2014/main" id="{BB86F936-29EB-4917-80C8-C0C536451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70C"/>
          </a:solidFill>
          <a:ln xmlns:a="http://schemas.openxmlformats.org/drawingml/2006/main" w="9525">
            <a:solidFill>
              <a:srgbClr val="0A1806"/>
            </a:solidFill>
            <a:prstDash val="solid"/>
          </a:ln>
        </p:spPr>
      </p:sp>
      <p:sp>
        <p:nvSpPr>
          <p:cNvPr id="8" name="Прямоугольник 7">
            <a:extLst xmlns:a="http://schemas.openxmlformats.org/drawingml/2006/main">
              <a:ext uri="{FF2B5EF4-FFF2-40B4-BE49-F238E27FC236}">
                <a16:creationId xmlns:a16="http://schemas.microsoft.com/office/drawing/2014/main" id="{8C632CAE-F96B-4AF2-9733-7476A6569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08"/>
          </a:solidFill>
          <a:ln xmlns:a="http://schemas.openxmlformats.org/drawingml/2006/main" w="9525">
            <a:solidFill>
              <a:srgbClr val="0A1806"/>
            </a:solidFill>
            <a:prstDash val="solid"/>
          </a:ln>
        </p:spPr>
      </p:sp>
      <p:sp>
        <p:nvSpPr>
          <p:cNvPr id="9" name="Прямоугольник 8">
            <a:extLst xmlns:a="http://schemas.openxmlformats.org/drawingml/2006/main">
              <a:ext uri="{FF2B5EF4-FFF2-40B4-BE49-F238E27FC236}">
                <a16:creationId xmlns:a16="http://schemas.microsoft.com/office/drawing/2014/main" id="{7F9B770B-225A-4CE3-A9D5-086F10F40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806"/>
          </a:solidFill>
          <a:ln xmlns:a="http://schemas.openxmlformats.org/drawingml/2006/main" w="9525">
            <a:solidFill>
              <a:srgbClr val="0A1806"/>
            </a:solidFill>
            <a:prstDash val="solid"/>
          </a:ln>
        </p:spPr>
      </p:sp>
      <p:sp>
        <p:nvSpPr>
          <p:cNvPr id="10" name="Прямоугольник 9">
            <a:extLst xmlns:a="http://schemas.openxmlformats.org/drawingml/2006/main">
              <a:ext uri="{FF2B5EF4-FFF2-40B4-BE49-F238E27FC236}">
                <a16:creationId xmlns:a16="http://schemas.microsoft.com/office/drawing/2014/main" id="{BC7D67A9-FC57-4280-86CC-B75C75802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70C"/>
          </a:solidFill>
          <a:ln xmlns:a="http://schemas.openxmlformats.org/drawingml/2006/main" w="9525">
            <a:solidFill>
              <a:srgbClr val="0A1806"/>
            </a:solidFill>
            <a:prstDash val="solid"/>
          </a:ln>
        </p:spPr>
      </p:sp>
      <p:sp>
        <p:nvSpPr>
          <p:cNvPr id="11" name="Прямоугольник 10">
            <a:extLst xmlns:a="http://schemas.openxmlformats.org/drawingml/2006/main">
              <a:ext uri="{FF2B5EF4-FFF2-40B4-BE49-F238E27FC236}">
                <a16:creationId xmlns:a16="http://schemas.microsoft.com/office/drawing/2014/main" id="{7A254DDE-57FF-4BA7-A595-34144DDB0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08"/>
          </a:solidFill>
          <a:ln xmlns:a="http://schemas.openxmlformats.org/drawingml/2006/main" w="9525">
            <a:solidFill>
              <a:srgbClr val="0A1806"/>
            </a:solidFill>
            <a:prstDash val="solid"/>
          </a:ln>
        </p:spPr>
      </p:sp>
      <p:sp>
        <p:nvSpPr>
          <p:cNvPr id="12" name="Прямоугольник 11">
            <a:extLst xmlns:a="http://schemas.openxmlformats.org/drawingml/2006/main">
              <a:ext uri="{FF2B5EF4-FFF2-40B4-BE49-F238E27FC236}">
                <a16:creationId xmlns:a16="http://schemas.microsoft.com/office/drawing/2014/main" id="{E2353187-6FB4-4FE3-BF4E-270E37D4B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706">
              <a:alpha val="66667"/>
            </a:srgbClr>
          </a:solidFill>
          <a:ln xmlns:a="http://schemas.openxmlformats.org/drawingml/2006/main" w="9525">
            <a:solidFill>
              <a:srgbClr val="050706"/>
            </a:solidFill>
            <a:prstDash val="solid"/>
          </a:ln>
        </p:spPr>
      </p:sp>
      <p:sp>
        <p:nvSpPr>
          <p:cNvPr id="13" name="Прямоугольник 12">
            <a:extLst xmlns:a="http://schemas.openxmlformats.org/drawingml/2006/main">
              <a:ext uri="{FF2B5EF4-FFF2-40B4-BE49-F238E27FC236}">
                <a16:creationId xmlns:a16="http://schemas.microsoft.com/office/drawing/2014/main" id="{E03370A8-D0F3-4D80-997E-95ADFFEE9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66700"/>
            <a:ext cx="2524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A08"/>
          </a:solidFill>
          <a:ln xmlns:a="http://schemas.openxmlformats.org/drawingml/2006/main" w="9525">
            <a:solidFill>
              <a:srgbClr val="62D218"/>
            </a:solidFill>
            <a:prstDash val="solid"/>
          </a:ln>
        </p:spPr>
      </p:sp>
      <p:sp>
        <p:nvSpPr>
          <p:cNvPr id="14" name="Прямоугольник 13">
            <a:extLst xmlns:a="http://schemas.openxmlformats.org/drawingml/2006/main">
              <a:ext uri="{FF2B5EF4-FFF2-40B4-BE49-F238E27FC236}">
                <a16:creationId xmlns:a16="http://schemas.microsoft.com/office/drawing/2014/main" id="{CE04F819-6909-4674-9E56-E682BC9C6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2333625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E8F8DF"/>
                </a:solidFill>
                <a:latin typeface="Arial"/>
                <a:ea typeface="Arial"/>
                <a:cs typeface="Arial"/>
              </a:defRPr>
            </a:pPr>
            <a:r>
              <a:t>ФОРМИРОВАНИЕ ПОТРЕБНОСТИ</a:t>
            </a:r>
          </a:p>
        </p:txBody>
      </p:sp>
      <p:sp>
        <p:nvSpPr>
          <p:cNvPr id="15" name="Прямоугольник 14">
            <a:extLst xmlns:a="http://schemas.openxmlformats.org/drawingml/2006/main">
              <a:ext uri="{FF2B5EF4-FFF2-40B4-BE49-F238E27FC236}">
                <a16:creationId xmlns:a16="http://schemas.microsoft.com/office/drawing/2014/main" id="{E942C2B7-B5A0-4ED9-88D2-B1CA5403A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85750"/>
            <a:ext cx="428625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B7C1B7"/>
                </a:solidFill>
                <a:latin typeface="Arial"/>
                <a:ea typeface="Arial"/>
                <a:cs typeface="Arial"/>
              </a:defRPr>
            </a:pPr>
            <a:r>
              <a:t>12</a:t>
            </a:r>
          </a:p>
        </p:txBody>
      </p:sp>
      <p:sp>
        <p:nvSpPr>
          <p:cNvPr id="16" name="Прямоугольник 15">
            <a:extLst xmlns:a="http://schemas.openxmlformats.org/drawingml/2006/main">
              <a:ext uri="{FF2B5EF4-FFF2-40B4-BE49-F238E27FC236}">
                <a16:creationId xmlns:a16="http://schemas.microsoft.com/office/drawing/2014/main" id="{0BEEADAF-4D22-412C-A882-5B87E9C3E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110490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ШАГ 3. ПРИМЕР ФОРМУЛИРОВКИ</a:t>
            </a:r>
          </a:p>
        </p:txBody>
      </p:sp>
      <p:sp>
        <p:nvSpPr>
          <p:cNvPr id="17" name="Прямоугольник 16">
            <a:extLst xmlns:a="http://schemas.openxmlformats.org/drawingml/2006/main">
              <a:ext uri="{FF2B5EF4-FFF2-40B4-BE49-F238E27FC236}">
                <a16:creationId xmlns:a16="http://schemas.microsoft.com/office/drawing/2014/main" id="{D3AAD71F-B653-4065-811A-4EBB60255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104775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0C"/>
          </a:solidFill>
          <a:ln xmlns:a="http://schemas.openxmlformats.org/drawingml/2006/main" w="9525">
            <a:solidFill>
              <a:srgbClr val="325A20"/>
            </a:solidFill>
            <a:prstDash val="solid"/>
          </a:ln>
        </p:spPr>
      </p:sp>
      <p:sp>
        <p:nvSpPr>
          <p:cNvPr id="18" name="Прямоугольник 17">
            <a:extLst xmlns:a="http://schemas.openxmlformats.org/drawingml/2006/main">
              <a:ext uri="{FF2B5EF4-FFF2-40B4-BE49-F238E27FC236}">
                <a16:creationId xmlns:a16="http://schemas.microsoft.com/office/drawing/2014/main" id="{27B03BF1-A000-45E9-A0FC-3304A5878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24075"/>
            <a:ext cx="100584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ПРИМЕР</a:t>
            </a:r>
          </a:p>
        </p:txBody>
      </p:sp>
      <p:sp>
        <p:nvSpPr>
          <p:cNvPr id="19" name="Прямоугольник 18">
            <a:extLst xmlns:a="http://schemas.openxmlformats.org/drawingml/2006/main">
              <a:ext uri="{FF2B5EF4-FFF2-40B4-BE49-F238E27FC236}">
                <a16:creationId xmlns:a16="http://schemas.microsoft.com/office/drawing/2014/main" id="{46FBD7E9-43F1-4436-B19F-6B8A9381D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43175"/>
            <a:ext cx="10058400" cy="2876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B7C1B7"/>
                </a:solidFill>
                <a:latin typeface="Arial"/>
                <a:ea typeface="Arial"/>
                <a:cs typeface="Arial"/>
              </a:defRPr>
            </a:pPr>
            <a:r>
              <a:t>«Подскажите, кто сейчас занимается ведением карточек на Яндекс Картах, 2ГИС и Zoon? Как часто вы обновляете информацию, добавляете фотографии, публикуете новости и отвечаете на отзывы?»</a:t>
            </a:r>
          </a:p>
        </p:txBody>
      </p:sp>
    </p:spTree>
    <p:extLst>
      <p:ext uri="{BB962C8B-B14F-4D97-AF65-F5344CB8AC3E}">
        <p14:creationId xmlns:p14="http://schemas.microsoft.com/office/powerpoint/2010/main" val="22423590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5070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Прямоугольник 28">
            <a:extLst xmlns:a="http://schemas.openxmlformats.org/drawingml/2006/main">
              <a:ext uri="{FF2B5EF4-FFF2-40B4-BE49-F238E27FC236}">
                <a16:creationId xmlns:a16="http://schemas.microsoft.com/office/drawing/2014/main" id="{8B417CD9-8C1F-43D5-A80B-2EE72F782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70C"/>
          </a:solidFill>
          <a:ln xmlns:a="http://schemas.openxmlformats.org/drawingml/2006/main" w="9525">
            <a:solidFill>
              <a:srgbClr val="0A1806"/>
            </a:solidFill>
            <a:prstDash val="solid"/>
          </a:ln>
        </p:spPr>
      </p:sp>
      <p:sp>
        <p:nvSpPr>
          <p:cNvPr id="2" name="Прямоугольник 1">
            <a:extLst xmlns:a="http://schemas.openxmlformats.org/drawingml/2006/main">
              <a:ext uri="{FF2B5EF4-FFF2-40B4-BE49-F238E27FC236}">
                <a16:creationId xmlns:a16="http://schemas.microsoft.com/office/drawing/2014/main" id="{F3C31744-2873-4AA3-8178-4B241C377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08"/>
          </a:solidFill>
          <a:ln xmlns:a="http://schemas.openxmlformats.org/drawingml/2006/main" w="9525">
            <a:solidFill>
              <a:srgbClr val="0A1806"/>
            </a:solidFill>
            <a:prstDash val="solid"/>
          </a:ln>
        </p:spPr>
      </p:sp>
      <p:sp>
        <p:nvSpPr>
          <p:cNvPr id="3" name="Прямоугольник 2">
            <a:extLst xmlns:a="http://schemas.openxmlformats.org/drawingml/2006/main">
              <a:ext uri="{FF2B5EF4-FFF2-40B4-BE49-F238E27FC236}">
                <a16:creationId xmlns:a16="http://schemas.microsoft.com/office/drawing/2014/main" id="{88359DD2-B087-405C-ADC0-4B8277E99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806"/>
          </a:solidFill>
          <a:ln xmlns:a="http://schemas.openxmlformats.org/drawingml/2006/main" w="9525">
            <a:solidFill>
              <a:srgbClr val="0A1806"/>
            </a:solidFill>
            <a:prstDash val="solid"/>
          </a:ln>
        </p:spPr>
      </p:sp>
      <p:sp>
        <p:nvSpPr>
          <p:cNvPr id="4" name="Прямоугольник 3">
            <a:extLst xmlns:a="http://schemas.openxmlformats.org/drawingml/2006/main">
              <a:ext uri="{FF2B5EF4-FFF2-40B4-BE49-F238E27FC236}">
                <a16:creationId xmlns:a16="http://schemas.microsoft.com/office/drawing/2014/main" id="{D9BD66DE-1F16-4F0A-B7CF-C7F807F3E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70C"/>
          </a:solidFill>
          <a:ln xmlns:a="http://schemas.openxmlformats.org/drawingml/2006/main" w="9525">
            <a:solidFill>
              <a:srgbClr val="0A1806"/>
            </a:solidFill>
            <a:prstDash val="solid"/>
          </a:ln>
        </p:spPr>
      </p:sp>
      <p:sp>
        <p:nvSpPr>
          <p:cNvPr id="5" name="Прямоугольник 4">
            <a:extLst xmlns:a="http://schemas.openxmlformats.org/drawingml/2006/main">
              <a:ext uri="{FF2B5EF4-FFF2-40B4-BE49-F238E27FC236}">
                <a16:creationId xmlns:a16="http://schemas.microsoft.com/office/drawing/2014/main" id="{83B94E25-B2A3-418C-8873-C6AB50822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08"/>
          </a:solidFill>
          <a:ln xmlns:a="http://schemas.openxmlformats.org/drawingml/2006/main" w="9525">
            <a:solidFill>
              <a:srgbClr val="0A1806"/>
            </a:solidFill>
            <a:prstDash val="solid"/>
          </a:ln>
        </p:spPr>
      </p:sp>
      <p:sp>
        <p:nvSpPr>
          <p:cNvPr id="6" name="Прямоугольник 5">
            <a:extLst xmlns:a="http://schemas.openxmlformats.org/drawingml/2006/main">
              <a:ext uri="{FF2B5EF4-FFF2-40B4-BE49-F238E27FC236}">
                <a16:creationId xmlns:a16="http://schemas.microsoft.com/office/drawing/2014/main" id="{392AFF7B-764C-43FF-9188-31149FCD4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806"/>
          </a:solidFill>
          <a:ln xmlns:a="http://schemas.openxmlformats.org/drawingml/2006/main" w="9525">
            <a:solidFill>
              <a:srgbClr val="0A1806"/>
            </a:solidFill>
            <a:prstDash val="solid"/>
          </a:ln>
        </p:spPr>
      </p:sp>
      <p:sp>
        <p:nvSpPr>
          <p:cNvPr id="7" name="Прямоугольник 6">
            <a:extLst xmlns:a="http://schemas.openxmlformats.org/drawingml/2006/main">
              <a:ext uri="{FF2B5EF4-FFF2-40B4-BE49-F238E27FC236}">
                <a16:creationId xmlns:a16="http://schemas.microsoft.com/office/drawing/2014/main" id="{8DB8FD3A-65EC-4919-B78A-60708AD24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70C"/>
          </a:solidFill>
          <a:ln xmlns:a="http://schemas.openxmlformats.org/drawingml/2006/main" w="9525">
            <a:solidFill>
              <a:srgbClr val="0A1806"/>
            </a:solidFill>
            <a:prstDash val="solid"/>
          </a:ln>
        </p:spPr>
      </p:sp>
      <p:sp>
        <p:nvSpPr>
          <p:cNvPr id="8" name="Прямоугольник 7">
            <a:extLst xmlns:a="http://schemas.openxmlformats.org/drawingml/2006/main">
              <a:ext uri="{FF2B5EF4-FFF2-40B4-BE49-F238E27FC236}">
                <a16:creationId xmlns:a16="http://schemas.microsoft.com/office/drawing/2014/main" id="{CBC6EAED-8E5B-494C-932F-69090D470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08"/>
          </a:solidFill>
          <a:ln xmlns:a="http://schemas.openxmlformats.org/drawingml/2006/main" w="9525">
            <a:solidFill>
              <a:srgbClr val="0A1806"/>
            </a:solidFill>
            <a:prstDash val="solid"/>
          </a:ln>
        </p:spPr>
      </p:sp>
      <p:sp>
        <p:nvSpPr>
          <p:cNvPr id="9" name="Прямоугольник 8">
            <a:extLst xmlns:a="http://schemas.openxmlformats.org/drawingml/2006/main">
              <a:ext uri="{FF2B5EF4-FFF2-40B4-BE49-F238E27FC236}">
                <a16:creationId xmlns:a16="http://schemas.microsoft.com/office/drawing/2014/main" id="{13884B60-A7A7-4BFE-9DDF-27FF55A67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806"/>
          </a:solidFill>
          <a:ln xmlns:a="http://schemas.openxmlformats.org/drawingml/2006/main" w="9525">
            <a:solidFill>
              <a:srgbClr val="0A1806"/>
            </a:solidFill>
            <a:prstDash val="solid"/>
          </a:ln>
        </p:spPr>
      </p:sp>
      <p:sp>
        <p:nvSpPr>
          <p:cNvPr id="10" name="Прямоугольник 9">
            <a:extLst xmlns:a="http://schemas.openxmlformats.org/drawingml/2006/main">
              <a:ext uri="{FF2B5EF4-FFF2-40B4-BE49-F238E27FC236}">
                <a16:creationId xmlns:a16="http://schemas.microsoft.com/office/drawing/2014/main" id="{864DF2BF-AB00-424B-BA9E-CDDA2E39A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70C"/>
          </a:solidFill>
          <a:ln xmlns:a="http://schemas.openxmlformats.org/drawingml/2006/main" w="9525">
            <a:solidFill>
              <a:srgbClr val="0A1806"/>
            </a:solidFill>
            <a:prstDash val="solid"/>
          </a:ln>
        </p:spPr>
      </p:sp>
      <p:sp>
        <p:nvSpPr>
          <p:cNvPr id="11" name="Прямоугольник 10">
            <a:extLst xmlns:a="http://schemas.openxmlformats.org/drawingml/2006/main">
              <a:ext uri="{FF2B5EF4-FFF2-40B4-BE49-F238E27FC236}">
                <a16:creationId xmlns:a16="http://schemas.microsoft.com/office/drawing/2014/main" id="{2CA8BDEB-0370-4EC0-B691-F974DE416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08"/>
          </a:solidFill>
          <a:ln xmlns:a="http://schemas.openxmlformats.org/drawingml/2006/main" w="9525">
            <a:solidFill>
              <a:srgbClr val="0A1806"/>
            </a:solidFill>
            <a:prstDash val="solid"/>
          </a:ln>
        </p:spPr>
      </p:sp>
      <p:sp>
        <p:nvSpPr>
          <p:cNvPr id="12" name="Прямоугольник 11">
            <a:extLst xmlns:a="http://schemas.openxmlformats.org/drawingml/2006/main">
              <a:ext uri="{FF2B5EF4-FFF2-40B4-BE49-F238E27FC236}">
                <a16:creationId xmlns:a16="http://schemas.microsoft.com/office/drawing/2014/main" id="{8B88EDF8-BD4F-4485-9402-E40FDCC04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706">
              <a:alpha val="66667"/>
            </a:srgbClr>
          </a:solidFill>
          <a:ln xmlns:a="http://schemas.openxmlformats.org/drawingml/2006/main" w="9525">
            <a:solidFill>
              <a:srgbClr val="050706"/>
            </a:solidFill>
            <a:prstDash val="solid"/>
          </a:ln>
        </p:spPr>
      </p:sp>
      <p:sp>
        <p:nvSpPr>
          <p:cNvPr id="13" name="Прямоугольник 12">
            <a:extLst xmlns:a="http://schemas.openxmlformats.org/drawingml/2006/main">
              <a:ext uri="{FF2B5EF4-FFF2-40B4-BE49-F238E27FC236}">
                <a16:creationId xmlns:a16="http://schemas.microsoft.com/office/drawing/2014/main" id="{721070E7-CEA3-49D0-94E6-314040687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66700"/>
            <a:ext cx="2524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A08"/>
          </a:solidFill>
          <a:ln xmlns:a="http://schemas.openxmlformats.org/drawingml/2006/main" w="9525">
            <a:solidFill>
              <a:srgbClr val="62D218"/>
            </a:solidFill>
            <a:prstDash val="solid"/>
          </a:ln>
        </p:spPr>
      </p:sp>
      <p:sp>
        <p:nvSpPr>
          <p:cNvPr id="14" name="Прямоугольник 13">
            <a:extLst xmlns:a="http://schemas.openxmlformats.org/drawingml/2006/main">
              <a:ext uri="{FF2B5EF4-FFF2-40B4-BE49-F238E27FC236}">
                <a16:creationId xmlns:a16="http://schemas.microsoft.com/office/drawing/2014/main" id="{BC2E5828-26F2-484C-92EA-9A685017A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2333625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E8F8DF"/>
                </a:solidFill>
                <a:latin typeface="Arial"/>
                <a:ea typeface="Arial"/>
                <a:cs typeface="Arial"/>
              </a:defRPr>
            </a:pPr>
            <a:r>
              <a:t>ФОРМИРОВАНИЕ ПОТРЕБНОСТИ</a:t>
            </a:r>
          </a:p>
        </p:txBody>
      </p:sp>
      <p:sp>
        <p:nvSpPr>
          <p:cNvPr id="15" name="Прямоугольник 14">
            <a:extLst xmlns:a="http://schemas.openxmlformats.org/drawingml/2006/main">
              <a:ext uri="{FF2B5EF4-FFF2-40B4-BE49-F238E27FC236}">
                <a16:creationId xmlns:a16="http://schemas.microsoft.com/office/drawing/2014/main" id="{E64F43DA-A6F0-4F5F-9DF2-EADE5E833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85750"/>
            <a:ext cx="428625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B7C1B7"/>
                </a:solidFill>
                <a:latin typeface="Arial"/>
                <a:ea typeface="Arial"/>
                <a:cs typeface="Arial"/>
              </a:defRPr>
            </a:pPr>
            <a:r>
              <a:t>13</a:t>
            </a:r>
          </a:p>
        </p:txBody>
      </p:sp>
      <p:sp>
        <p:nvSpPr>
          <p:cNvPr id="16" name="Прямоугольник 15">
            <a:extLst xmlns:a="http://schemas.openxmlformats.org/drawingml/2006/main">
              <a:ext uri="{FF2B5EF4-FFF2-40B4-BE49-F238E27FC236}">
                <a16:creationId xmlns:a16="http://schemas.microsoft.com/office/drawing/2014/main" id="{01D42A01-F7BE-47C9-8113-DDAC0F773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110490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ШАГ 4. ФОРМИРУЕМ МОТИВАЦИЮ К ДЕЙСТВИЮ</a:t>
            </a:r>
          </a:p>
        </p:txBody>
      </p:sp>
      <p:sp>
        <p:nvSpPr>
          <p:cNvPr id="17" name="Прямоугольник 16">
            <a:extLst xmlns:a="http://schemas.openxmlformats.org/drawingml/2006/main">
              <a:ext uri="{FF2B5EF4-FFF2-40B4-BE49-F238E27FC236}">
                <a16:creationId xmlns:a16="http://schemas.microsoft.com/office/drawing/2014/main" id="{C4EC226F-21E0-4F5D-B29D-D6202EB78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52625"/>
            <a:ext cx="519112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0C"/>
          </a:solidFill>
          <a:ln xmlns:a="http://schemas.openxmlformats.org/drawingml/2006/main" w="9525">
            <a:solidFill>
              <a:srgbClr val="325A20"/>
            </a:solidFill>
            <a:prstDash val="solid"/>
          </a:ln>
        </p:spPr>
      </p:sp>
      <p:sp>
        <p:nvSpPr>
          <p:cNvPr id="18" name="Прямоугольник 17">
            <a:extLst xmlns:a="http://schemas.openxmlformats.org/drawingml/2006/main">
              <a:ext uri="{FF2B5EF4-FFF2-40B4-BE49-F238E27FC236}">
                <a16:creationId xmlns:a16="http://schemas.microsoft.com/office/drawing/2014/main" id="{DA163D18-3CFD-4208-98F1-A21F6F4DC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124075"/>
            <a:ext cx="4772025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ЧТО ДЕЛАЕМ</a:t>
            </a:r>
          </a:p>
        </p:txBody>
      </p:sp>
      <p:sp>
        <p:nvSpPr>
          <p:cNvPr id="19" name="Прямоугольник 18">
            <a:extLst xmlns:a="http://schemas.openxmlformats.org/drawingml/2006/main">
              <a:ext uri="{FF2B5EF4-FFF2-40B4-BE49-F238E27FC236}">
                <a16:creationId xmlns:a16="http://schemas.microsoft.com/office/drawing/2014/main" id="{7A710229-4477-4A8E-A649-7FA0EEDD6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543175"/>
            <a:ext cx="4772025" cy="971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B7C1B7"/>
                </a:solidFill>
                <a:latin typeface="Arial"/>
                <a:ea typeface="Arial"/>
                <a:cs typeface="Arial"/>
              </a:defRPr>
            </a:pPr>
            <a:r>
              <a:t>Показываем текущие последствия, возможную динамику ухудшения и путь потенциального клиента.</a:t>
            </a:r>
          </a:p>
        </p:txBody>
      </p:sp>
      <p:sp>
        <p:nvSpPr>
          <p:cNvPr id="20" name="Прямоугольник 19">
            <a:extLst xmlns:a="http://schemas.openxmlformats.org/drawingml/2006/main">
              <a:ext uri="{FF2B5EF4-FFF2-40B4-BE49-F238E27FC236}">
                <a16:creationId xmlns:a16="http://schemas.microsoft.com/office/drawing/2014/main" id="{FF142A70-7268-4AE8-97CC-4C626F71A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952625"/>
            <a:ext cx="54768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0C"/>
          </a:solidFill>
          <a:ln xmlns:a="http://schemas.openxmlformats.org/drawingml/2006/main" w="9525">
            <a:solidFill>
              <a:srgbClr val="325A20"/>
            </a:solidFill>
            <a:prstDash val="solid"/>
          </a:ln>
        </p:spPr>
      </p:sp>
      <p:sp>
        <p:nvSpPr>
          <p:cNvPr id="21" name="Прямоугольник 20">
            <a:extLst xmlns:a="http://schemas.openxmlformats.org/drawingml/2006/main">
              <a:ext uri="{FF2B5EF4-FFF2-40B4-BE49-F238E27FC236}">
                <a16:creationId xmlns:a16="http://schemas.microsoft.com/office/drawing/2014/main" id="{DB27FCE2-A6C2-4AA4-94B0-175B14B87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124075"/>
            <a:ext cx="5057775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ПОЧЕМУ</a:t>
            </a:r>
          </a:p>
        </p:txBody>
      </p:sp>
      <p:sp>
        <p:nvSpPr>
          <p:cNvPr id="22" name="Прямоугольник 21">
            <a:extLst xmlns:a="http://schemas.openxmlformats.org/drawingml/2006/main">
              <a:ext uri="{FF2B5EF4-FFF2-40B4-BE49-F238E27FC236}">
                <a16:creationId xmlns:a16="http://schemas.microsoft.com/office/drawing/2014/main" id="{D3B36081-BDD2-4040-A181-624A8692F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543175"/>
            <a:ext cx="5057775" cy="971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B7C1B7"/>
                </a:solidFill>
                <a:latin typeface="Arial"/>
                <a:ea typeface="Arial"/>
                <a:cs typeface="Arial"/>
              </a:defRPr>
            </a:pPr>
            <a:r>
              <a:t>Клиент может понимать проблему, но не считать её решение приоритетным.</a:t>
            </a:r>
          </a:p>
        </p:txBody>
      </p:sp>
      <p:sp>
        <p:nvSpPr>
          <p:cNvPr id="23" name="Прямоугольник 22">
            <a:extLst xmlns:a="http://schemas.openxmlformats.org/drawingml/2006/main">
              <a:ext uri="{FF2B5EF4-FFF2-40B4-BE49-F238E27FC236}">
                <a16:creationId xmlns:a16="http://schemas.microsoft.com/office/drawing/2014/main" id="{59C86CCF-E8D2-460A-9216-67CFE127C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905250"/>
            <a:ext cx="519112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0C"/>
          </a:solidFill>
          <a:ln xmlns:a="http://schemas.openxmlformats.org/drawingml/2006/main" w="9525">
            <a:solidFill>
              <a:srgbClr val="325A20"/>
            </a:solidFill>
            <a:prstDash val="solid"/>
          </a:ln>
        </p:spPr>
      </p:sp>
      <p:sp>
        <p:nvSpPr>
          <p:cNvPr id="24" name="Прямоугольник 23">
            <a:extLst xmlns:a="http://schemas.openxmlformats.org/drawingml/2006/main">
              <a:ext uri="{FF2B5EF4-FFF2-40B4-BE49-F238E27FC236}">
                <a16:creationId xmlns:a16="http://schemas.microsoft.com/office/drawing/2014/main" id="{ADD2D811-796F-4896-97C6-F0F5C6431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076700"/>
            <a:ext cx="4772025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КАК ВЛИЯЕТ</a:t>
            </a:r>
          </a:p>
        </p:txBody>
      </p:sp>
      <p:sp>
        <p:nvSpPr>
          <p:cNvPr id="25" name="Прямоугольник 24">
            <a:extLst xmlns:a="http://schemas.openxmlformats.org/drawingml/2006/main">
              <a:ext uri="{FF2B5EF4-FFF2-40B4-BE49-F238E27FC236}">
                <a16:creationId xmlns:a16="http://schemas.microsoft.com/office/drawing/2014/main" id="{909B7E59-6607-4D01-99EA-BCB3157B7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495800"/>
            <a:ext cx="4772025" cy="971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B7C1B7"/>
                </a:solidFill>
                <a:latin typeface="Arial"/>
                <a:ea typeface="Arial"/>
                <a:cs typeface="Arial"/>
              </a:defRPr>
            </a:pPr>
            <a:r>
              <a:t>Клиент осознаёт, почему откладывать решение невыгодно.</a:t>
            </a:r>
          </a:p>
        </p:txBody>
      </p:sp>
      <p:sp>
        <p:nvSpPr>
          <p:cNvPr id="26" name="Прямоугольник 25">
            <a:extLst xmlns:a="http://schemas.openxmlformats.org/drawingml/2006/main">
              <a:ext uri="{FF2B5EF4-FFF2-40B4-BE49-F238E27FC236}">
                <a16:creationId xmlns:a16="http://schemas.microsoft.com/office/drawing/2014/main" id="{779FF70E-912A-4039-916C-CDEFE36D5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905250"/>
            <a:ext cx="54768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0C"/>
          </a:solidFill>
          <a:ln xmlns:a="http://schemas.openxmlformats.org/drawingml/2006/main" w="9525">
            <a:solidFill>
              <a:srgbClr val="325A20"/>
            </a:solidFill>
            <a:prstDash val="solid"/>
          </a:ln>
        </p:spPr>
      </p:sp>
      <p:sp>
        <p:nvSpPr>
          <p:cNvPr id="27" name="Прямоугольник 26">
            <a:extLst xmlns:a="http://schemas.openxmlformats.org/drawingml/2006/main">
              <a:ext uri="{FF2B5EF4-FFF2-40B4-BE49-F238E27FC236}">
                <a16:creationId xmlns:a16="http://schemas.microsoft.com/office/drawing/2014/main" id="{E24C801F-893F-4117-9FDB-AF25D5AA6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4076700"/>
            <a:ext cx="5057775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КАК ДЕЛАТЬ</a:t>
            </a:r>
          </a:p>
        </p:txBody>
      </p:sp>
      <p:sp>
        <p:nvSpPr>
          <p:cNvPr id="28" name="Прямоугольник 27">
            <a:extLst xmlns:a="http://schemas.openxmlformats.org/drawingml/2006/main">
              <a:ext uri="{FF2B5EF4-FFF2-40B4-BE49-F238E27FC236}">
                <a16:creationId xmlns:a16="http://schemas.microsoft.com/office/drawing/2014/main" id="{06D4E46E-9532-4B79-8CAC-0D88D6A88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4495800"/>
            <a:ext cx="5057775" cy="971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B7C1B7"/>
                </a:solidFill>
                <a:latin typeface="Arial"/>
                <a:ea typeface="Arial"/>
                <a:cs typeface="Arial"/>
              </a:defRPr>
            </a:pPr>
            <a:r>
              <a:t>Опираться на слова клиента и использовать условные формулировки: «может», «если ситуация сохранится», «вероятность».</a:t>
            </a:r>
          </a:p>
        </p:txBody>
      </p:sp>
    </p:spTree>
    <p:extLst>
      <p:ext uri="{BB962C8B-B14F-4D97-AF65-F5344CB8AC3E}">
        <p14:creationId xmlns:p14="http://schemas.microsoft.com/office/powerpoint/2010/main" val="5578264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5070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Прямоугольник 19">
            <a:extLst xmlns:a="http://schemas.openxmlformats.org/drawingml/2006/main">
              <a:ext uri="{FF2B5EF4-FFF2-40B4-BE49-F238E27FC236}">
                <a16:creationId xmlns:a16="http://schemas.microsoft.com/office/drawing/2014/main" id="{05F7B70B-1BBC-408A-9718-F99EAAE48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70C"/>
          </a:solidFill>
          <a:ln xmlns:a="http://schemas.openxmlformats.org/drawingml/2006/main" w="9525">
            <a:solidFill>
              <a:srgbClr val="0A1806"/>
            </a:solidFill>
            <a:prstDash val="solid"/>
          </a:ln>
        </p:spPr>
      </p:sp>
      <p:sp>
        <p:nvSpPr>
          <p:cNvPr id="2" name="Прямоугольник 1">
            <a:extLst xmlns:a="http://schemas.openxmlformats.org/drawingml/2006/main">
              <a:ext uri="{FF2B5EF4-FFF2-40B4-BE49-F238E27FC236}">
                <a16:creationId xmlns:a16="http://schemas.microsoft.com/office/drawing/2014/main" id="{3733E4FB-0381-43FD-9BE0-F357337F7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08"/>
          </a:solidFill>
          <a:ln xmlns:a="http://schemas.openxmlformats.org/drawingml/2006/main" w="9525">
            <a:solidFill>
              <a:srgbClr val="0A1806"/>
            </a:solidFill>
            <a:prstDash val="solid"/>
          </a:ln>
        </p:spPr>
      </p:sp>
      <p:sp>
        <p:nvSpPr>
          <p:cNvPr id="3" name="Прямоугольник 2">
            <a:extLst xmlns:a="http://schemas.openxmlformats.org/drawingml/2006/main">
              <a:ext uri="{FF2B5EF4-FFF2-40B4-BE49-F238E27FC236}">
                <a16:creationId xmlns:a16="http://schemas.microsoft.com/office/drawing/2014/main" id="{D632ED58-E71E-4F2E-B2D4-7F94E50E8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806"/>
          </a:solidFill>
          <a:ln xmlns:a="http://schemas.openxmlformats.org/drawingml/2006/main" w="9525">
            <a:solidFill>
              <a:srgbClr val="0A1806"/>
            </a:solidFill>
            <a:prstDash val="solid"/>
          </a:ln>
        </p:spPr>
      </p:sp>
      <p:sp>
        <p:nvSpPr>
          <p:cNvPr id="4" name="Прямоугольник 3">
            <a:extLst xmlns:a="http://schemas.openxmlformats.org/drawingml/2006/main">
              <a:ext uri="{FF2B5EF4-FFF2-40B4-BE49-F238E27FC236}">
                <a16:creationId xmlns:a16="http://schemas.microsoft.com/office/drawing/2014/main" id="{2453E770-C4FA-4077-AD70-41BA33E0A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70C"/>
          </a:solidFill>
          <a:ln xmlns:a="http://schemas.openxmlformats.org/drawingml/2006/main" w="9525">
            <a:solidFill>
              <a:srgbClr val="0A1806"/>
            </a:solidFill>
            <a:prstDash val="solid"/>
          </a:ln>
        </p:spPr>
      </p:sp>
      <p:sp>
        <p:nvSpPr>
          <p:cNvPr id="5" name="Прямоугольник 4">
            <a:extLst xmlns:a="http://schemas.openxmlformats.org/drawingml/2006/main">
              <a:ext uri="{FF2B5EF4-FFF2-40B4-BE49-F238E27FC236}">
                <a16:creationId xmlns:a16="http://schemas.microsoft.com/office/drawing/2014/main" id="{28E8AAAD-EACD-4375-87E9-42EA39A83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08"/>
          </a:solidFill>
          <a:ln xmlns:a="http://schemas.openxmlformats.org/drawingml/2006/main" w="9525">
            <a:solidFill>
              <a:srgbClr val="0A1806"/>
            </a:solidFill>
            <a:prstDash val="solid"/>
          </a:ln>
        </p:spPr>
      </p:sp>
      <p:sp>
        <p:nvSpPr>
          <p:cNvPr id="6" name="Прямоугольник 5">
            <a:extLst xmlns:a="http://schemas.openxmlformats.org/drawingml/2006/main">
              <a:ext uri="{FF2B5EF4-FFF2-40B4-BE49-F238E27FC236}">
                <a16:creationId xmlns:a16="http://schemas.microsoft.com/office/drawing/2014/main" id="{3EBF1C39-09BD-4F1F-B345-27CD65DA7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806"/>
          </a:solidFill>
          <a:ln xmlns:a="http://schemas.openxmlformats.org/drawingml/2006/main" w="9525">
            <a:solidFill>
              <a:srgbClr val="0A1806"/>
            </a:solidFill>
            <a:prstDash val="solid"/>
          </a:ln>
        </p:spPr>
      </p:sp>
      <p:sp>
        <p:nvSpPr>
          <p:cNvPr id="7" name="Прямоугольник 6">
            <a:extLst xmlns:a="http://schemas.openxmlformats.org/drawingml/2006/main">
              <a:ext uri="{FF2B5EF4-FFF2-40B4-BE49-F238E27FC236}">
                <a16:creationId xmlns:a16="http://schemas.microsoft.com/office/drawing/2014/main" id="{391CB963-159A-4360-8093-697F7BD45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70C"/>
          </a:solidFill>
          <a:ln xmlns:a="http://schemas.openxmlformats.org/drawingml/2006/main" w="9525">
            <a:solidFill>
              <a:srgbClr val="0A1806"/>
            </a:solidFill>
            <a:prstDash val="solid"/>
          </a:ln>
        </p:spPr>
      </p:sp>
      <p:sp>
        <p:nvSpPr>
          <p:cNvPr id="8" name="Прямоугольник 7">
            <a:extLst xmlns:a="http://schemas.openxmlformats.org/drawingml/2006/main">
              <a:ext uri="{FF2B5EF4-FFF2-40B4-BE49-F238E27FC236}">
                <a16:creationId xmlns:a16="http://schemas.microsoft.com/office/drawing/2014/main" id="{AC84D1E6-0986-4D64-8C29-1A598393E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08"/>
          </a:solidFill>
          <a:ln xmlns:a="http://schemas.openxmlformats.org/drawingml/2006/main" w="9525">
            <a:solidFill>
              <a:srgbClr val="0A1806"/>
            </a:solidFill>
            <a:prstDash val="solid"/>
          </a:ln>
        </p:spPr>
      </p:sp>
      <p:sp>
        <p:nvSpPr>
          <p:cNvPr id="9" name="Прямоугольник 8">
            <a:extLst xmlns:a="http://schemas.openxmlformats.org/drawingml/2006/main">
              <a:ext uri="{FF2B5EF4-FFF2-40B4-BE49-F238E27FC236}">
                <a16:creationId xmlns:a16="http://schemas.microsoft.com/office/drawing/2014/main" id="{1EDB5761-1779-4C16-9230-3BF6F219C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806"/>
          </a:solidFill>
          <a:ln xmlns:a="http://schemas.openxmlformats.org/drawingml/2006/main" w="9525">
            <a:solidFill>
              <a:srgbClr val="0A1806"/>
            </a:solidFill>
            <a:prstDash val="solid"/>
          </a:ln>
        </p:spPr>
      </p:sp>
      <p:sp>
        <p:nvSpPr>
          <p:cNvPr id="10" name="Прямоугольник 9">
            <a:extLst xmlns:a="http://schemas.openxmlformats.org/drawingml/2006/main">
              <a:ext uri="{FF2B5EF4-FFF2-40B4-BE49-F238E27FC236}">
                <a16:creationId xmlns:a16="http://schemas.microsoft.com/office/drawing/2014/main" id="{FF36853D-3405-4FA7-98FC-09223CB43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70C"/>
          </a:solidFill>
          <a:ln xmlns:a="http://schemas.openxmlformats.org/drawingml/2006/main" w="9525">
            <a:solidFill>
              <a:srgbClr val="0A1806"/>
            </a:solidFill>
            <a:prstDash val="solid"/>
          </a:ln>
        </p:spPr>
      </p:sp>
      <p:sp>
        <p:nvSpPr>
          <p:cNvPr id="11" name="Прямоугольник 10">
            <a:extLst xmlns:a="http://schemas.openxmlformats.org/drawingml/2006/main">
              <a:ext uri="{FF2B5EF4-FFF2-40B4-BE49-F238E27FC236}">
                <a16:creationId xmlns:a16="http://schemas.microsoft.com/office/drawing/2014/main" id="{5349039D-CA95-4983-B149-9479A2A3C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08"/>
          </a:solidFill>
          <a:ln xmlns:a="http://schemas.openxmlformats.org/drawingml/2006/main" w="9525">
            <a:solidFill>
              <a:srgbClr val="0A1806"/>
            </a:solidFill>
            <a:prstDash val="solid"/>
          </a:ln>
        </p:spPr>
      </p:sp>
      <p:sp>
        <p:nvSpPr>
          <p:cNvPr id="12" name="Прямоугольник 11">
            <a:extLst xmlns:a="http://schemas.openxmlformats.org/drawingml/2006/main">
              <a:ext uri="{FF2B5EF4-FFF2-40B4-BE49-F238E27FC236}">
                <a16:creationId xmlns:a16="http://schemas.microsoft.com/office/drawing/2014/main" id="{CE66C0C4-F3EE-482C-89BB-8DF866782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706">
              <a:alpha val="66667"/>
            </a:srgbClr>
          </a:solidFill>
          <a:ln xmlns:a="http://schemas.openxmlformats.org/drawingml/2006/main" w="9525">
            <a:solidFill>
              <a:srgbClr val="050706"/>
            </a:solidFill>
            <a:prstDash val="solid"/>
          </a:ln>
        </p:spPr>
      </p:sp>
      <p:sp>
        <p:nvSpPr>
          <p:cNvPr id="13" name="Прямоугольник 12">
            <a:extLst xmlns:a="http://schemas.openxmlformats.org/drawingml/2006/main">
              <a:ext uri="{FF2B5EF4-FFF2-40B4-BE49-F238E27FC236}">
                <a16:creationId xmlns:a16="http://schemas.microsoft.com/office/drawing/2014/main" id="{DCEF4279-4B8E-428B-AA11-0EBB8AC2B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66700"/>
            <a:ext cx="2524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A08"/>
          </a:solidFill>
          <a:ln xmlns:a="http://schemas.openxmlformats.org/drawingml/2006/main" w="9525">
            <a:solidFill>
              <a:srgbClr val="62D218"/>
            </a:solidFill>
            <a:prstDash val="solid"/>
          </a:ln>
        </p:spPr>
      </p:sp>
      <p:sp>
        <p:nvSpPr>
          <p:cNvPr id="14" name="Прямоугольник 13">
            <a:extLst xmlns:a="http://schemas.openxmlformats.org/drawingml/2006/main">
              <a:ext uri="{FF2B5EF4-FFF2-40B4-BE49-F238E27FC236}">
                <a16:creationId xmlns:a16="http://schemas.microsoft.com/office/drawing/2014/main" id="{17F78991-41C9-43CD-8206-D94260EAF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2333625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E8F8DF"/>
                </a:solidFill>
                <a:latin typeface="Arial"/>
                <a:ea typeface="Arial"/>
                <a:cs typeface="Arial"/>
              </a:defRPr>
            </a:pPr>
            <a:r>
              <a:t>ФОРМИРОВАНИЕ ПОТРЕБНОСТИ</a:t>
            </a:r>
          </a:p>
        </p:txBody>
      </p:sp>
      <p:sp>
        <p:nvSpPr>
          <p:cNvPr id="15" name="Прямоугольник 14">
            <a:extLst xmlns:a="http://schemas.openxmlformats.org/drawingml/2006/main">
              <a:ext uri="{FF2B5EF4-FFF2-40B4-BE49-F238E27FC236}">
                <a16:creationId xmlns:a16="http://schemas.microsoft.com/office/drawing/2014/main" id="{B2EB14C1-D642-40DE-8DE0-D2322E85F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85750"/>
            <a:ext cx="428625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B7C1B7"/>
                </a:solidFill>
                <a:latin typeface="Arial"/>
                <a:ea typeface="Arial"/>
                <a:cs typeface="Arial"/>
              </a:defRPr>
            </a:pPr>
            <a:r>
              <a:t>14</a:t>
            </a:r>
          </a:p>
        </p:txBody>
      </p:sp>
      <p:sp>
        <p:nvSpPr>
          <p:cNvPr id="16" name="Прямоугольник 15">
            <a:extLst xmlns:a="http://schemas.openxmlformats.org/drawingml/2006/main">
              <a:ext uri="{FF2B5EF4-FFF2-40B4-BE49-F238E27FC236}">
                <a16:creationId xmlns:a16="http://schemas.microsoft.com/office/drawing/2014/main" id="{A64FAC49-F610-4CA8-A3D1-FD40C95EA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110490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ШАГ 4. ПРИМЕР ФОРМУЛИРОВКИ</a:t>
            </a:r>
          </a:p>
        </p:txBody>
      </p:sp>
      <p:sp>
        <p:nvSpPr>
          <p:cNvPr id="17" name="Прямоугольник 16">
            <a:extLst xmlns:a="http://schemas.openxmlformats.org/drawingml/2006/main">
              <a:ext uri="{FF2B5EF4-FFF2-40B4-BE49-F238E27FC236}">
                <a16:creationId xmlns:a16="http://schemas.microsoft.com/office/drawing/2014/main" id="{5E769154-A54D-4B23-B330-7C179BE57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57375"/>
            <a:ext cx="104775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0C"/>
          </a:solidFill>
          <a:ln xmlns:a="http://schemas.openxmlformats.org/drawingml/2006/main" w="9525">
            <a:solidFill>
              <a:srgbClr val="325A20"/>
            </a:solidFill>
            <a:prstDash val="solid"/>
          </a:ln>
        </p:spPr>
      </p:sp>
      <p:sp>
        <p:nvSpPr>
          <p:cNvPr id="18" name="Прямоугольник 17">
            <a:extLst xmlns:a="http://schemas.openxmlformats.org/drawingml/2006/main">
              <a:ext uri="{FF2B5EF4-FFF2-40B4-BE49-F238E27FC236}">
                <a16:creationId xmlns:a16="http://schemas.microsoft.com/office/drawing/2014/main" id="{F1F88FB1-42D6-4F53-BC30-4CC7D9343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28825"/>
            <a:ext cx="100584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ПРИМЕР</a:t>
            </a:r>
          </a:p>
        </p:txBody>
      </p:sp>
      <p:sp>
        <p:nvSpPr>
          <p:cNvPr id="19" name="Прямоугольник 18">
            <a:extLst xmlns:a="http://schemas.openxmlformats.org/drawingml/2006/main">
              <a:ext uri="{FF2B5EF4-FFF2-40B4-BE49-F238E27FC236}">
                <a16:creationId xmlns:a16="http://schemas.microsoft.com/office/drawing/2014/main" id="{34F4900A-584F-4A83-B735-E830F1174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47925"/>
            <a:ext cx="10058400" cy="3162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B7C1B7"/>
                </a:solidFill>
                <a:latin typeface="Arial"/>
                <a:ea typeface="Arial"/>
                <a:cs typeface="Arial"/>
              </a:defRPr>
            </a:pPr>
            <a:r>
              <a:t>«Получается, карточками вы занимаетесь время от времени, поэтому информация обновляется нерегулярно, а часть отзывов остаётся без ответа. Если ничего не менять, профили могут выглядеть менее актуальными на фоне конкурентов. Согласны, что ведение карточек стоит сделать регулярным и системным?»</a:t>
            </a:r>
          </a:p>
        </p:txBody>
      </p:sp>
    </p:spTree>
    <p:extLst>
      <p:ext uri="{BB962C8B-B14F-4D97-AF65-F5344CB8AC3E}">
        <p14:creationId xmlns:p14="http://schemas.microsoft.com/office/powerpoint/2010/main" val="212132118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5070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Прямоугольник 20">
            <a:extLst xmlns:a="http://schemas.openxmlformats.org/drawingml/2006/main">
              <a:ext uri="{FF2B5EF4-FFF2-40B4-BE49-F238E27FC236}">
                <a16:creationId xmlns:a16="http://schemas.microsoft.com/office/drawing/2014/main" id="{A74CCD8E-765C-4DF3-9D58-943DC904B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70C"/>
          </a:solidFill>
          <a:ln xmlns:a="http://schemas.openxmlformats.org/drawingml/2006/main" w="9525">
            <a:solidFill>
              <a:srgbClr val="0A1806"/>
            </a:solidFill>
            <a:prstDash val="solid"/>
          </a:ln>
        </p:spPr>
      </p:sp>
      <p:sp>
        <p:nvSpPr>
          <p:cNvPr id="2" name="Прямоугольник 1">
            <a:extLst xmlns:a="http://schemas.openxmlformats.org/drawingml/2006/main">
              <a:ext uri="{FF2B5EF4-FFF2-40B4-BE49-F238E27FC236}">
                <a16:creationId xmlns:a16="http://schemas.microsoft.com/office/drawing/2014/main" id="{5A57042C-E804-45BF-83F9-3CA9AEBBB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08"/>
          </a:solidFill>
          <a:ln xmlns:a="http://schemas.openxmlformats.org/drawingml/2006/main" w="9525">
            <a:solidFill>
              <a:srgbClr val="0A1806"/>
            </a:solidFill>
            <a:prstDash val="solid"/>
          </a:ln>
        </p:spPr>
      </p:sp>
      <p:sp>
        <p:nvSpPr>
          <p:cNvPr id="3" name="Прямоугольник 2">
            <a:extLst xmlns:a="http://schemas.openxmlformats.org/drawingml/2006/main">
              <a:ext uri="{FF2B5EF4-FFF2-40B4-BE49-F238E27FC236}">
                <a16:creationId xmlns:a16="http://schemas.microsoft.com/office/drawing/2014/main" id="{15C46D71-ED88-409D-B8B9-C8994F92C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806"/>
          </a:solidFill>
          <a:ln xmlns:a="http://schemas.openxmlformats.org/drawingml/2006/main" w="9525">
            <a:solidFill>
              <a:srgbClr val="0A1806"/>
            </a:solidFill>
            <a:prstDash val="solid"/>
          </a:ln>
        </p:spPr>
      </p:sp>
      <p:sp>
        <p:nvSpPr>
          <p:cNvPr id="4" name="Прямоугольник 3">
            <a:extLst xmlns:a="http://schemas.openxmlformats.org/drawingml/2006/main">
              <a:ext uri="{FF2B5EF4-FFF2-40B4-BE49-F238E27FC236}">
                <a16:creationId xmlns:a16="http://schemas.microsoft.com/office/drawing/2014/main" id="{D201F790-9B38-4737-9C29-52593A4EE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70C"/>
          </a:solidFill>
          <a:ln xmlns:a="http://schemas.openxmlformats.org/drawingml/2006/main" w="9525">
            <a:solidFill>
              <a:srgbClr val="0A1806"/>
            </a:solidFill>
            <a:prstDash val="solid"/>
          </a:ln>
        </p:spPr>
      </p:sp>
      <p:sp>
        <p:nvSpPr>
          <p:cNvPr id="5" name="Прямоугольник 4">
            <a:extLst xmlns:a="http://schemas.openxmlformats.org/drawingml/2006/main">
              <a:ext uri="{FF2B5EF4-FFF2-40B4-BE49-F238E27FC236}">
                <a16:creationId xmlns:a16="http://schemas.microsoft.com/office/drawing/2014/main" id="{97DB66A7-7926-40DB-92DB-640261FA8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08"/>
          </a:solidFill>
          <a:ln xmlns:a="http://schemas.openxmlformats.org/drawingml/2006/main" w="9525">
            <a:solidFill>
              <a:srgbClr val="0A1806"/>
            </a:solidFill>
            <a:prstDash val="solid"/>
          </a:ln>
        </p:spPr>
      </p:sp>
      <p:sp>
        <p:nvSpPr>
          <p:cNvPr id="6" name="Прямоугольник 5">
            <a:extLst xmlns:a="http://schemas.openxmlformats.org/drawingml/2006/main">
              <a:ext uri="{FF2B5EF4-FFF2-40B4-BE49-F238E27FC236}">
                <a16:creationId xmlns:a16="http://schemas.microsoft.com/office/drawing/2014/main" id="{0990A19B-7623-4FE6-811F-F23342F29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806"/>
          </a:solidFill>
          <a:ln xmlns:a="http://schemas.openxmlformats.org/drawingml/2006/main" w="9525">
            <a:solidFill>
              <a:srgbClr val="0A1806"/>
            </a:solidFill>
            <a:prstDash val="solid"/>
          </a:ln>
        </p:spPr>
      </p:sp>
      <p:sp>
        <p:nvSpPr>
          <p:cNvPr id="7" name="Прямоугольник 6">
            <a:extLst xmlns:a="http://schemas.openxmlformats.org/drawingml/2006/main">
              <a:ext uri="{FF2B5EF4-FFF2-40B4-BE49-F238E27FC236}">
                <a16:creationId xmlns:a16="http://schemas.microsoft.com/office/drawing/2014/main" id="{C2BA350F-3728-4CB3-9279-BE6AC288C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70C"/>
          </a:solidFill>
          <a:ln xmlns:a="http://schemas.openxmlformats.org/drawingml/2006/main" w="9525">
            <a:solidFill>
              <a:srgbClr val="0A1806"/>
            </a:solidFill>
            <a:prstDash val="solid"/>
          </a:ln>
        </p:spPr>
      </p:sp>
      <p:sp>
        <p:nvSpPr>
          <p:cNvPr id="8" name="Прямоугольник 7">
            <a:extLst xmlns:a="http://schemas.openxmlformats.org/drawingml/2006/main">
              <a:ext uri="{FF2B5EF4-FFF2-40B4-BE49-F238E27FC236}">
                <a16:creationId xmlns:a16="http://schemas.microsoft.com/office/drawing/2014/main" id="{6B8C6EC5-C773-4E1A-BFA8-5224EF710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08"/>
          </a:solidFill>
          <a:ln xmlns:a="http://schemas.openxmlformats.org/drawingml/2006/main" w="9525">
            <a:solidFill>
              <a:srgbClr val="0A1806"/>
            </a:solidFill>
            <a:prstDash val="solid"/>
          </a:ln>
        </p:spPr>
      </p:sp>
      <p:sp>
        <p:nvSpPr>
          <p:cNvPr id="9" name="Прямоугольник 8">
            <a:extLst xmlns:a="http://schemas.openxmlformats.org/drawingml/2006/main">
              <a:ext uri="{FF2B5EF4-FFF2-40B4-BE49-F238E27FC236}">
                <a16:creationId xmlns:a16="http://schemas.microsoft.com/office/drawing/2014/main" id="{E3FEE673-A6E2-4C85-BC0F-0215BDBD9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806"/>
          </a:solidFill>
          <a:ln xmlns:a="http://schemas.openxmlformats.org/drawingml/2006/main" w="9525">
            <a:solidFill>
              <a:srgbClr val="0A1806"/>
            </a:solidFill>
            <a:prstDash val="solid"/>
          </a:ln>
        </p:spPr>
      </p:sp>
      <p:sp>
        <p:nvSpPr>
          <p:cNvPr id="10" name="Прямоугольник 9">
            <a:extLst xmlns:a="http://schemas.openxmlformats.org/drawingml/2006/main">
              <a:ext uri="{FF2B5EF4-FFF2-40B4-BE49-F238E27FC236}">
                <a16:creationId xmlns:a16="http://schemas.microsoft.com/office/drawing/2014/main" id="{423EB8F9-742B-4FA7-880F-7DC7B2F31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70C"/>
          </a:solidFill>
          <a:ln xmlns:a="http://schemas.openxmlformats.org/drawingml/2006/main" w="9525">
            <a:solidFill>
              <a:srgbClr val="0A1806"/>
            </a:solidFill>
            <a:prstDash val="solid"/>
          </a:ln>
        </p:spPr>
      </p:sp>
      <p:sp>
        <p:nvSpPr>
          <p:cNvPr id="11" name="Прямоугольник 10">
            <a:extLst xmlns:a="http://schemas.openxmlformats.org/drawingml/2006/main">
              <a:ext uri="{FF2B5EF4-FFF2-40B4-BE49-F238E27FC236}">
                <a16:creationId xmlns:a16="http://schemas.microsoft.com/office/drawing/2014/main" id="{FF20BED5-11F0-4827-A353-FB9CA9407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08"/>
          </a:solidFill>
          <a:ln xmlns:a="http://schemas.openxmlformats.org/drawingml/2006/main" w="9525">
            <a:solidFill>
              <a:srgbClr val="0A1806"/>
            </a:solidFill>
            <a:prstDash val="solid"/>
          </a:ln>
        </p:spPr>
      </p:sp>
      <p:sp>
        <p:nvSpPr>
          <p:cNvPr id="12" name="Прямоугольник 11">
            <a:extLst xmlns:a="http://schemas.openxmlformats.org/drawingml/2006/main">
              <a:ext uri="{FF2B5EF4-FFF2-40B4-BE49-F238E27FC236}">
                <a16:creationId xmlns:a16="http://schemas.microsoft.com/office/drawing/2014/main" id="{C029EB63-95FC-410D-9905-5DF43F169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706">
              <a:alpha val="66667"/>
            </a:srgbClr>
          </a:solidFill>
          <a:ln xmlns:a="http://schemas.openxmlformats.org/drawingml/2006/main" w="9525">
            <a:solidFill>
              <a:srgbClr val="050706"/>
            </a:solidFill>
            <a:prstDash val="solid"/>
          </a:ln>
        </p:spPr>
      </p:sp>
      <p:sp>
        <p:nvSpPr>
          <p:cNvPr id="13" name="Прямоугольник 12">
            <a:extLst xmlns:a="http://schemas.openxmlformats.org/drawingml/2006/main">
              <a:ext uri="{FF2B5EF4-FFF2-40B4-BE49-F238E27FC236}">
                <a16:creationId xmlns:a16="http://schemas.microsoft.com/office/drawing/2014/main" id="{B427DE1C-4B9F-4CFC-A310-6D9C3EB23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66700"/>
            <a:ext cx="2524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A08"/>
          </a:solidFill>
          <a:ln xmlns:a="http://schemas.openxmlformats.org/drawingml/2006/main" w="9525">
            <a:solidFill>
              <a:srgbClr val="62D218"/>
            </a:solidFill>
            <a:prstDash val="solid"/>
          </a:ln>
        </p:spPr>
      </p:sp>
      <p:sp>
        <p:nvSpPr>
          <p:cNvPr id="14" name="Прямоугольник 13">
            <a:extLst xmlns:a="http://schemas.openxmlformats.org/drawingml/2006/main">
              <a:ext uri="{FF2B5EF4-FFF2-40B4-BE49-F238E27FC236}">
                <a16:creationId xmlns:a16="http://schemas.microsoft.com/office/drawing/2014/main" id="{C5A09679-2664-46D1-BB00-518D3B82F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2333625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E8F8DF"/>
                </a:solidFill>
                <a:latin typeface="Arial"/>
                <a:ea typeface="Arial"/>
                <a:cs typeface="Arial"/>
              </a:defRPr>
            </a:pPr>
            <a:r>
              <a:t>ФОРМИРОВАНИЕ ПОТРЕБНОСТИ</a:t>
            </a:r>
          </a:p>
        </p:txBody>
      </p:sp>
      <p:sp>
        <p:nvSpPr>
          <p:cNvPr id="15" name="Прямоугольник 14">
            <a:extLst xmlns:a="http://schemas.openxmlformats.org/drawingml/2006/main">
              <a:ext uri="{FF2B5EF4-FFF2-40B4-BE49-F238E27FC236}">
                <a16:creationId xmlns:a16="http://schemas.microsoft.com/office/drawing/2014/main" id="{2371B4D9-CD92-4726-80F9-DE371D2E5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85750"/>
            <a:ext cx="428625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B7C1B7"/>
                </a:solidFill>
                <a:latin typeface="Arial"/>
                <a:ea typeface="Arial"/>
                <a:cs typeface="Arial"/>
              </a:defRPr>
            </a:pPr>
            <a:r>
              <a:t>16</a:t>
            </a:r>
          </a:p>
        </p:txBody>
      </p:sp>
      <p:sp>
        <p:nvSpPr>
          <p:cNvPr id="16" name="Прямоугольник 15">
            <a:extLst xmlns:a="http://schemas.openxmlformats.org/drawingml/2006/main">
              <a:ext uri="{FF2B5EF4-FFF2-40B4-BE49-F238E27FC236}">
                <a16:creationId xmlns:a16="http://schemas.microsoft.com/office/drawing/2014/main" id="{BECAA3C5-8857-4892-A33E-297E2FFB1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110490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РЕЗЮМЕ ЛЕКЦИИ</a:t>
            </a:r>
          </a:p>
        </p:txBody>
      </p:sp>
      <p:sp>
        <p:nvSpPr>
          <p:cNvPr id="17" name="Прямоугольник 16">
            <a:extLst xmlns:a="http://schemas.openxmlformats.org/drawingml/2006/main">
              <a:ext uri="{FF2B5EF4-FFF2-40B4-BE49-F238E27FC236}">
                <a16:creationId xmlns:a16="http://schemas.microsoft.com/office/drawing/2014/main" id="{BBFFC6FC-4A33-415A-BD14-014C3B550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104775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F0C"/>
          </a:solidFill>
          <a:ln xmlns:a="http://schemas.openxmlformats.org/drawingml/2006/main" w="9525">
            <a:solidFill>
              <a:srgbClr val="325A20"/>
            </a:solidFill>
            <a:prstDash val="solid"/>
          </a:ln>
        </p:spPr>
      </p:sp>
      <p:sp>
        <p:nvSpPr>
          <p:cNvPr id="18" name="Прямоугольник 17">
            <a:extLst xmlns:a="http://schemas.openxmlformats.org/drawingml/2006/main">
              <a:ext uri="{FF2B5EF4-FFF2-40B4-BE49-F238E27FC236}">
                <a16:creationId xmlns:a16="http://schemas.microsoft.com/office/drawing/2014/main" id="{96A28C97-A569-42CB-A690-9216DC474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71700"/>
            <a:ext cx="100584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5F7F4"/>
                </a:solidFill>
                <a:latin typeface="Arial"/>
                <a:ea typeface="Arial"/>
                <a:cs typeface="Arial"/>
              </a:defRPr>
            </a:pPr>
            <a:r>
              <a:t>ГЛАВНАЯ МЫСЛЬ</a:t>
            </a:r>
          </a:p>
        </p:txBody>
      </p:sp>
      <p:sp>
        <p:nvSpPr>
          <p:cNvPr id="19" name="Прямоугольник 18">
            <a:extLst xmlns:a="http://schemas.openxmlformats.org/drawingml/2006/main">
              <a:ext uri="{FF2B5EF4-FFF2-40B4-BE49-F238E27FC236}">
                <a16:creationId xmlns:a16="http://schemas.microsoft.com/office/drawing/2014/main" id="{1314854F-CE6F-40DB-8BD2-C7FAEC5F9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90800"/>
            <a:ext cx="10058400" cy="2686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B7C1B7"/>
                </a:solidFill>
                <a:latin typeface="Arial"/>
                <a:ea typeface="Arial"/>
                <a:cs typeface="Arial"/>
              </a:defRPr>
            </a:pPr>
            <a:r>
              <a:t>На этапе формирования потребности мы на основе фактов показываем клиенту, как состояние профиля влияет на доверие и обращения. Наша задача — добиться, чтобы клиент сам признал проблему и захотел узнать, как её решить.</a:t>
            </a:r>
          </a:p>
        </p:txBody>
      </p:sp>
      <p:sp>
        <p:nvSpPr>
          <p:cNvPr id="20" name="Прямоугольник 19">
            <a:extLst xmlns:a="http://schemas.openxmlformats.org/drawingml/2006/main">
              <a:ext uri="{FF2B5EF4-FFF2-40B4-BE49-F238E27FC236}">
                <a16:creationId xmlns:a16="http://schemas.microsoft.com/office/drawing/2014/main" id="{7044939F-AF7D-45E8-AD4A-F4AA004E3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0"/>
            <a:ext cx="10477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62D218"/>
                </a:solidFill>
                <a:latin typeface="Arial"/>
                <a:ea typeface="Arial"/>
                <a:cs typeface="Arial"/>
              </a:defRPr>
            </a:pPr>
            <a:r>
              <a:t>Факты → осознание проблемы → желание решить</a:t>
            </a:r>
          </a:p>
        </p:txBody>
      </p:sp>
    </p:spTree>
    <p:extLst>
      <p:ext uri="{BB962C8B-B14F-4D97-AF65-F5344CB8AC3E}">
        <p14:creationId xmlns:p14="http://schemas.microsoft.com/office/powerpoint/2010/main" val="35886262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2026-09-03T06:30:40.7030000Z</dcterms:created>
  <dcterms:modified xsi:type="dcterms:W3CDTF">2026-09-03T06:30:40.7030000Z</dcterms:modified>
</coreProperties>
</file>